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동아시아 불교의 효경(孝經) · 어머니 사랑의 가장 절절한 경전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Batang"/>
              </a:rPr>
              <a:t>父 母 恩 重 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A1A"/>
                </a:solidFill>
                <a:latin typeface="맑은 고딕"/>
              </a:rPr>
              <a:t>부 모 은 중 경 · 대 방 편 불 보 은 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66344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父 兮 生 我   母 兮 鞠 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아버지가 나를 낳으시고, 어머니가 나를 기르시니  — 시경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한역자 미상 · 십대은(十大恩) · 1,000년 동아시아인의 눈물을 적신 효경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두 경전의 만남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부모은중경의 정체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십대은(十大恩) — 부모의 열 가지 은혜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보은의 어려움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대방편불보은경 — 부처의 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두 경전이 함께 가르치는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한국에서의 위상 — 조선의 효경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 10선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우리가 배워야 할 교훈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두 경전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불교의 효 사상을 입체적으로 보여주는 한 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부모은중경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860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불설대보부모은중경 — 짧고 감성적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대방편불보은경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83464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7권 9품 — 길고 교리적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주체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8328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부모은중경 = 부모(어머니) / 대방편불보은경 = 부처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성격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9319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동아시아 불교의 효경(孝經) — 효 사상의 집대성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정신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48056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부모의 은혜는 측량 불가 — 십대은(十大恩)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2920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위상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0292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한국 1,000년 — 가장 많이 간행된 불교 경전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두 경전의 핵심 — 한 마디로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부모 사랑의 가장 절절한 표현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父 母 恩 重  難 報 之 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부모의 은혜는 무겁고, 갚기 어려운 덕이다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어머니가 자식을 위해 베푸는 열 가지 은혜 — 십대은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부모은중경 — 어머니 시선의 사랑 묘사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대방편불보은경 — 부처(자식) 시선의 보은 이야기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두 경전이 함께 — 불교 효 사상의 입체적 정수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「**갚을 수 없음의 자각이 — 진짜 효의 시작**」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부모은중경의 정체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「위경(僞經)」이지만 「진짜 경(經)」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인도 원전 없이 — 동아시아에서 형성된 자생 경전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위경 논란의 이유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산스크리트어·빨리어 원전이 발견되지 않음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인도 불교 전통에 없는 표현·논리가 다수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중국 당대(唐代) 학자가 작성한 것으로 추정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그런데도 1,000년 사랑받은 이유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메시지 자체가 너무도 강력하고 진실 — 어머니 사랑의 보편적 진실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종교를 넘어 인간 보편의 정서에 닿음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● 「**동아시아 불교의 자생적 창작**」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인도 불교에 없던 「부모-자식 관계의 깊이」를 동아시아의 눈으로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부모은중경의 정체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대방편불보은경 — 정통 인도 경전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7권 9품 — 부처 자신의 효 이야기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정식 명칭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대방편불보은경(大方便佛報恩經)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성립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83464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후한~서진 시기 한역 (인도 원전 있는 정통)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분량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8328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7권 9품 — 부모은중경에 비해 방대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주체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93192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부처(석가모니) 자신의 전생 효행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핵심 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48056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효양품(孝養品) — 부처의 전생 효행 이야기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29200"/>
            <a:ext cx="201168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메시지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029200"/>
            <a:ext cx="8961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부처가 부처가 된 것은 — 효의 결과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십대은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십대은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어머니가 자식에게 베푸는 열 가지 은혜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1. 회탐수호은(懷耽守護恩) — 잉태하여 지켜 주심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2. 임산수고은(臨産受苦恩) — 해산의 고통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3. 생자망우은(生子忘憂恩) — 자식 낳고 모든 근심 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4. 인고토감은(咽苦吐甘恩) — 쓴 것 삼키고 단 것 먹여줌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5. 회건취습은(廻乾就濕恩) — 진자리 마른자리 가려 누임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6. 유포양육은(乳哺養育恩) — 젖을 먹여 키워줌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7. 세탁부정은(洗濯不淨恩) — 더러운 것을 씻어줌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8. 원행억념은(遠行憶念恩) — 멀리 떠난 자식 걱정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86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9. 위조악업은(爲造惡業恩) — 자식 위해 악업도 마다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7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10. 구경연민은(究竟憐愍恩) — 끝까지 가엾이 여기심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십대은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1/10 — 회탐수호은 — 잉태하여 지키신 은혜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어머니 사랑의 한 모습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懷 耽 守 護 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어머니의 모습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뱃속에 자식을 품은 열 달 — 한순간도 잊지 않고 보호하셨다. 한 점의 정(精)이 자식의 시작, 어머니의 몸이 곧 자식의 첫 집.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오늘 우리에게 — 나는 어머니 뱃속에서 열 달을 보호받았다 — 그것이 내 생명의 시작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십대은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2/10 — 임산수고은 — 해산의 고통을 견디신 은혜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어머니 사랑의 한 모습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臨 産 受 苦 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어머니의 모습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출산의 고통은 산을 옮기는 것보다 무겁고 — 뼈와 살이 찢기는 진통. 자식이 무사히 나오는 것만이 어머니의 유일한 소원.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오늘 우리에게 — 내가 태어난 것 자체가 — 어머니의 가장 큰 고통의 결과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십대은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3/10 — 생자망우은 — 자식 낳고 모든 근심을 잊으신 은혜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어머니 사랑의 한 모습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生 子 忘 憂 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어머니의 모습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그 모든 고통이 — 자식의 첫 울음 한 번에 사라진다. 자식의 얼굴을 보는 순간 모든 것을 잊는다.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오늘 우리에게 — 사랑이 고통을 압도하는 신비 — 어머니 사랑의 정수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십대은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4/10 — 인고토감은 — 쓴 것은 삼키고 단 것은 먹여 주신 은혜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어머니 사랑의 한 모습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咽 苦 吐 甘 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어머니의 모습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자기 입에 들어간 좋은 것도 자식 입에 넣어 주고 — 쓴 것·맛없는 것은 자기가 먹는다.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오늘 우리에게 — 자기 것을 자식의 것으로 여기는 — 무조건적 사랑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십대은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5/10 — 회건취습은 — 진자리 마른자리 가려 누이신 은혜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어머니 사랑의 한 모습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廻 乾 就 濕 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어머니의 모습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자식의 오줌으로 젖은 자리는 자기가 자고 — 마른 자리는 자식에게 양보. 춥고 불편한 것은 자기, 편안한 것은 자식.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오늘 우리에게 — 자기 불편을 — 자식의 편안함으로 바꾸는 사랑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십대은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6/10 — 유포양육은 — 젖을 먹여 키워 주신 은혜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어머니 사랑의 한 모습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乳 哺 養 育 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어머니의 모습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자기 피와 살에서 짜낸 젖 — 자식이 클수록 어머니의 몸은 야위어 간다. 어머니의 몸이 곧 자식의 양식.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오늘 우리에게 — 내 몸의 한 부분이 — 어머니 몸에서 왔다는 자각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십대은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7/10 — 세탁부정은 — 더러운 것을 깨끗이 씻어 주신 은혜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어머니 사랑의 한 모습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洗 濯 不 淨 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어머니의 모습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자식의 더러운 옷·기저귀·몸을 손수 씻음. 손이 트고 갈라져도 멈추지 않음.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오늘 우리에게 — 자기 손의 더러움을 — 자식의 깨끗함으로 바꾸는 노동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십대은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8/10 — 원행억념은 — 자식이 멀리 떠난 뒤에도 걱정하신 은혜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어머니 사랑의 한 모습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遠 行 憶 念 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어머니의 모습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자식이 집을 떠나도 한순간도 잊지 못함. 비 오면 비 걱정, 추우면 추위 걱정. 자식의 거리는 어머니의 마음에 닿지 않는다.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오늘 우리에게 — 나는 어디에 있든 — 어머니의 마음 안에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십대은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9/10 — 위조악업은 — 자식 위해 악업도 마다 않으신 은혜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어머니 사랑의 한 모습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爲 造 惡 業 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어머니의 모습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자식 굶기지 않으려 거짓말도 하고 — 자식 입히려 도둑질도 마다 않음. 자기 영혼의 죄를 짊어져서라도 자식을 지키는 사랑.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오늘 우리에게 — 자식을 위해서라면 — 자기 업(業)을 더하면서까지의 사랑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십대은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10/10 — 구경연민은 — 끝까지 가엾이 여기고 사랑하신 은혜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어머니 사랑의 한 모습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究 竟 憐 愍 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어머니의 모습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자식이 백 살이 되어도 어머니에게는 어린아이. 어머니가 죽는 그 순간까지 자식 걱정. 죽어서도 끝나지 않는 사랑.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오늘 우리에게 — 가장 마지막까지 — 가장 깊은 은혜 — 죽음으로도 끊을 수 없다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보은의 어려움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「이렇게까지 해도 다 갚지 못한다」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보은의 어려움 — 충격적 비유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6070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자식이 부모를 왼쪽 어깨에 메고, 오른쪽 어깨에 메고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수미산을 백천 번 돌아 — 살갗이 닳고 뼈가 부서지고</a:t>
            </a: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골수가 흘러내려도 — 부모의 은혜를 다 갚지 못한다.</a:t>
            </a:r>
          </a:p>
          <a:p>
            <a:pPr algn="l">
              <a:lnSpc>
                <a:spcPct val="135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자식이 부모를 위해 칼로 자기 살을 베고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수억 겁 동안 부모를 위해 자기 살을 보시해도</a:t>
            </a: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부모의 은혜를 다 갚지 못한다.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120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이 무서운 묘사는 — 「갚을 수 없으니 포기하라」가 아니라
「그만큼 깊으니 평생 갚으려고 노력하라」는 의미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보은의 어려움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보은의 두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세속적 효행 + 불교적 보은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세속적 효행 — 유교적 효와 일치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부모 봉양 · 부모 마음 편안케 · 살아 계실 때 정성 · 제사 정성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불교적 보은 — 부모은중경의 독자적 가르침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부모를 위해 경전을 만들거나 베껴 쓰기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부모의 이름으로 불상을 조성하거나 절을 지음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부모의 명복을 위해 재(齋)를 올림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   부모를 도(道)에 들게 함이 가장 큰 효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「**부모 봉양은 작은 효, 부모를 도에 들게 함은 큰 효**」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대방편불보은경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부처의 전생 효행 이야기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효는 깨달음의 출발점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발단 — 외도들의 비방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「부처는 어머니를 떠나 출가했으니 불효자다」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부처의 답 — 전생 효행 이야기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수다나(須大拏) 태자 — 자기 살을 베어 부모를 살린 전생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삼십삼천 — 돌아가신 어머니 마야 부인을 위해 천상에 올라 설법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살타 태자 — 굶주린 호랑이에게 몸을 던진 보살행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핵심 — 「**부처가 부처가 된 것은 — 효의 결과**」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효는 단순한 가족 윤리가 아닌 — 깨달음의 출발점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대방편불보은경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효의 우주적 차원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대방편불보은경의 깊이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효는 — 가족 안의 도덕에 머물지 않는다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효는 — 불성(佛性)의 발현이다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효는 — 깨달음으로 가는 가장 깊은 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부모은중경(어머니 시선) + 대방편불보은경(자식 시선)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두 경전이 합쳐져 — 효의 입체적 정수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두 경전이 가르치는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두 경전의 통합 메시지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효의 모든 차원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부모의 은혜는 측량할 수 없다 — 십대은과 전생담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그 은혜에 보답하는 것은 사람의 가장 근본 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83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봉양의 효 (살아 계실 때 정성) — 작은 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부모를 도(道)에 들게 함 — 큰 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0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갚을 수 없음의 자각이 — 진짜 효의 시작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효는 가족 윤리가 아닌 — 영적 책임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77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불교가 유교 효의 보완 — 부모 시선 + 자식 시선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한국 위상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조선의 효경(孝經)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1,000년 한국인의 눈물을 적신 경전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고려 말~조선 말까지 — 약 80여 종 간행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가장 많이 간행된 불교 경전 중 하나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한글 창제 후 언해본(諺解本) 다수 — 일반 백성도 읽음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사찰뿐 아니라 민간 가정의 필수 경전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유교 사회였지만 — 불교 박해 시대에도 폭넓게 유통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부모 사랑이라는 보편 정서 앞에서 종교 차이가 무의미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한국 위상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정조와 용주사본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왕의 효심이 만든 가장 아름다운 판본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정조(正祖)가 1796년 용주사 창건과 함께 간행을 직접 명함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김홍도(金弘道)의 그림이 첨가된 변상도(變相圖)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미술사적·인쇄사적 가치 매우 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정조 자신의 사도세자에 대한 깊은 효심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「아버지에게 못 다한 효를 — 이 경전으로 갚는다」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21~22장의 판화 — 글을 모르는 백성도 십대은의 의미를 깨달음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10선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부모은중경 — 한 줄에 담긴 사랑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父 母 恩 重   難 報 之 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부모의 은혜는 무겁고, 갚기 어려운 덕이다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부모은중경의 핵심. 이 한 마디가 모든 가르침의 정수.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10선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2/10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부모은중경 — 한 줄에 담긴 사랑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父 兮 生 我   母 兮 鞠 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아버지가 나를 낳으시고, 어머니가 나를 기르셨다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시경 인용. 부모 은혜의 가장 단순한 표현.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10선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3/10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부모은중경 — 한 줄에 담긴 사랑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哀 哀 父 母   生 我 劬 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슬프고 슬프다 부모님이여, 나를 낳아 고생하셨도다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시경 인용. 부모의 노고에 대한 자식의 가장 깊은 탄식.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10선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4/10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부모은중경 — 한 줄에 담긴 사랑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母 行 路 苦   父 行 役 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어머니는 길 가는 고통, 아버지는 일하는 수고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부모가 자식을 위해 겪는 모든 노고의 압축.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10선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부모은중경 — 한 줄에 담긴 사랑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昊 天 罔 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하늘처럼 끝이 없다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시경 인용. 부모 은혜의 무한함 — 끝이 없는 하늘처럼.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10선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6/10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부모은중경 — 한 줄에 담긴 사랑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生 我 養 我   出 入 腹 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나를 낳고 기르시며, 들고 나며 나를 안고 다니심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어머니의 일상 — 매 순간 자식과 함께.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10선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7/10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부모은중경 — 한 줄에 담긴 사랑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欲 報 之 德   昊 天 罔 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그 은혜에 보답하고자 하나, 하늘처럼 끝이 없도다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시경 인용. 갚을 수 없음의 자각이 — 진짜 효의 시작.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10선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8/10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부모은중경 — 한 줄에 담긴 사랑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風 樹 之 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나무는 고요하고자 하나 바람이 그치지 않고, 자식은 봉양하고자 하나 부모는 기다려 주지 않는다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효의 시간을 놓치지 말라 — 오늘 미루지 말라는 절박한 호소.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10선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9/10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부모은중경 — 한 줄에 담긴 사랑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小 孝 奉 養   大 孝 道 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봉양은 작은 효, 부모를 도(道)에 들게 함은 큰 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효의 두 차원 — 봉양 + 영적 책임.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10선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10/10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부모은중경 — 한 줄에 담긴 사랑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不 報 父 母 恩   是 為 大 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부모의 은혜를 갚지 않는 것 — 그것이 가장 큰 잘못이다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607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효를 잊는 것이 — 사람으로서 가장 큰 결함.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 — 부모 살아 계실 때 하라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풍수지탄(風樹之嘆)의 절박함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나무는 고요하고자 하나 바람이 그치지 않고,</a:t>
            </a:r>
          </a:p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자식은 봉양하고자 하나 부모는 기다려 주지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부모은중경의 가장 무거운 가르침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「**오늘 미루지 말라**」 — 절박한 호소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오늘의 전화 한 통 · 안부 한 마디 · 잠깐의 방문이 — 곧 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 — 갚을 수 없음의 자각이 진짜 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의무가 아닌 마음의 자세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효를 「**의무**」로만 보면 무거운 짐이 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「**이 은혜는 다 갚을 수 없다**」는 자각에서 시작하면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평생의 작은 행위들이 — 모두 의미 있는 보답이 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다 갚지 못해도 좋다 — 갚으려는 마음 자체가 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매일의 작은 마음 씀 — 그것이 부모은중경의 정수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3 — 자기 자식에게 보여주는 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효는 가르치는 게 아니라 보여주는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부모은중경 가르침의 가장 깊은 실천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자기 자식이 보는 데서 — 자기 부모에게 효를 다하는 것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부모 사랑하는 모습을 보지 못한 자식은 — 효를 모른다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자기가 보여 준 만큼만 — 자식이 따라 한다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● 「**효는 가르치는 것이 아니라 — 보여 주는 것**」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39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부모은중경이 일러주는 7가지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폭으로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부모의 은혜는 헤아릴 수 없다 — 十大恩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갚을 수 없음의 자각이 — 진짜 효의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83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오늘 미루지 말라 — 風樹之嘆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작은 효 (봉양) + 큰 효 (부모를 도에 들게 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0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자기 자식에게 보여주는 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무조건적 사랑의 모범으로서의 부모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77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하늘처럼 끝이 없다 — 昊天罔極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부모은중경 — 어머니 사랑을 가장 절절하게 그린 경전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0" b="1">
                <a:solidFill>
                  <a:srgbClr val="1F2A44"/>
                </a:solidFill>
                <a:latin typeface="Batang"/>
              </a:rPr>
              <a:t>昊 天 罔 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8B1A1A"/>
                </a:solidFill>
                <a:latin typeface="맑은 고딕"/>
              </a:rPr>
              <a:t>하늘처럼 끝이 없다 — 부모의 은혜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530352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오늘, 부모님께 전화 한 통이라도 드리는 것이 — 곧 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