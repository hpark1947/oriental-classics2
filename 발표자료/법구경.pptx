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진리의 길 · 마음의 경전 · 동방의 성서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1F2A44"/>
                </a:solidFill>
                <a:latin typeface="Batang"/>
              </a:rPr>
              <a:t>法 句 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8B1A1A"/>
                </a:solidFill>
                <a:latin typeface="맑은 고딕"/>
              </a:rPr>
              <a:t>담 마 빠 다  (Dhammapada)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心 爲 法 本   心 尊 心 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마음은 모든 법의 근본이요, 마음이 주(主)가 되어 모든 일을 시킨다  — 제1게송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편자 법구(法救) · 빨리어 26품 423게송 / 한역 39품 752게송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법구경은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서명과 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성립과 전승의 두 갈래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26품의 5단계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게송 16선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7대 핵심 사상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왜 동방의 성서인가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한국과 동아시아 수용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법구경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부처의 직설(直說)에 가장 가까운 게송 모음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원제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Dhammapada (담마빠다) — 진리의 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편자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889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법구(法救, Dharmatrāta) — 부처 열반 후 약 300년 인도 학자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빨리어본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26품 423게송 — 표준본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한역본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9476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39품 752게송 — 오나라 유기난 등 한역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9768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시(詩) 형식의 짧은 가르침 모음 — 산문 아닌 게송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006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불교 경전 중 가장 오래되고 가장 사랑받는 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035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마음이 모든 것의 근본 — 心爲法本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법구경의 정수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외워 평생 사색하는 경전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心 爲 法 本   心 尊 心 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마음은 모든 법의 근본이요, 마음이 주(主)가 되어 모든 일을 시킨다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짧고 강렬한 시 — 한 게송이 평생의 사색 거리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일상의 비유 — 꽃·코끼리·수레·그림자·강·등불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종교를 초월한 보편 지혜 — 신자 아니어도 자기계발서로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「**마음을 다스리는 법**」의 가장 오래된 시집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슬기바다 11권 — 한명숙 옮김본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깨달음과 그 실천의 울림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시리즈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동양고전 슬기바다 11권 (홍익출판사)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옮긴이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3464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한명숙 — 동양고전 전문 번역가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출판일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8328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2005년 4월 11일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3192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양장본 412쪽 — 시리즈 중 분량이 큰 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한국의 다른 번역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48056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법정 『진리의 말씀』(1984) · 전재성 · 일아 · 김서리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의의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9144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학술 번역이 아닌 — 일반 독자가 한 게송씩 음미하는 형식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서명과 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Dhammapada — 「진리의 길」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서명 자체가 책의 본질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Dhamma(담마) — 법(法), 진리, 부처의 가르침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Pada(빠다) — 길, 발자취, 말씀, 시구(詩句)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합치면 — 「**진리의 길**」, 「**법의 말씀**」, 「**가르침의 짧은 구절들**」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한역(漢譯) — Dhamma=法, Pada=句 → 「**법구경(法句經)**」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「**진리의 짧은 구절을 모은 경전**」 — 이름이 곧 본질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긴 설법이 아니라 — 한 줄, 한 게송으로 가슴을 치는 말씀들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서명과 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편자 법구(다르마트라타)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부처 열반 후 약 300년 — 흩어진 게송을 모으다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다르마트라타(Dharmatrāta) — 한역명 「**법구**」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「법(다르마)을 구원하는 자」라는 뜻의 이름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부처(BC 5세기) 열반 후 약 300년경 — BC 3~2세기 인도 학자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그가 직접 부처의 말씀을 들은 것은 아님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여러 경로로 전해진 부처의 게송들을 — 모으고 분류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「**편자**」 — 저자가 아니라 — **모으고 정리한 사람**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게송 자체는 — 부처의 직설(直說)에 가장 가까운 형식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성립과 전승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갈래의 전승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남방 빨리어 vs 북방 산스크리트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남방 상좌부(上座部) 전승 — 빨리어 담마빠다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26품 423게송 — 가장 권위 있는 표준본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스리랑카·미얀마·태국 등에서 전승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북방 설일체유부(說一切有部) 전승 — 산스크리트 우다나바르가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33품 약 1,000게송 — 빨리어본보다 확장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인도 북부·중앙아시아·티베트에서 전승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한역 법구경은 — 후자 계통의 모태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성립과 전승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한역(漢譯)의 역사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삼국 오나라에서 시작된 동아시아 전승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삼국시대 오(吳)나라(229~280)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유기난(維祇難)·축장염(竺將炎)·축율염(竺律炎) 공동 한역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한역본 — 빨리어본 26품 + 13품 추가 = **39품 752게송**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고려대장경(팔만대장경) 수록 — 한국 정착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한·중·일·베트남 — 모두 한역본을 통해 법구경 수용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빨리어 원전은 19세기 막스 뮬러 영역(英譯) 이후 서양에 본격 알려짐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26품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26품의 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마음의 본질에서 깨달음의 길까지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2926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1단계 (1~3품)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77440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마음의 본질 — 쌍서·불방일·심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2926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2단계 (4~7품)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두 모습 — 꽃·우암·명철·나한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2926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3단계 (8~11품)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행위의 결과 — 술천·악행·도장·노모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79"/>
            <a:ext cx="2926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79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4단계 (12~18품)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297679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처세와 행복 — 애신·세속·술불·안녕·호희·분노·진구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2926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5단계 (19~26품)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937760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해탈의 길 — 봉지·도행·...·범지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마음의 본질부터 깨달음의 길까지 — 단계적 안내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26품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26품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각 품의 핵심 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1. 쌍서품 (Yamaka) — 마음에서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37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2. 불방일품 — 깨어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3. 심품 — 마음 다스림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4. 화품 — 꽃의 비유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1129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5. 우암품 — 어리석은 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6. 명철품 — 지혜로운 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96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7. 나한품 — 깨달은 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8. 술천품 — 수의 비유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28031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9. 악행품 — 악업의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5721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10. 도장품 — 비폭력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11. 노모품 — 무상함과 늙음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15583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12. 애신품 — 자기 책임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447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13. 세속품 — 세상을 보는 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14. 술불품 — 부처의 위대함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237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15. 안녕품 — 참된 행복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529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16. 호희품 — 집착의 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8211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17. 분노품 — 분노 다스림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1129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18. 진구품 — 마음의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79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19. 봉지품 — 법대로 사는 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96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20. 도행품 — 팔정도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9884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21. 광연품 — 다양한 가르침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22. 지옥품 — 지옥의 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5721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23. 상유품 — 코끼리의 비유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864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24. 애욕품 — 갈애의 끊음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815583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25. 사문품 — 수행자의 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1447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26. 범지품 — 진정한 거룩한 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26품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첫 품 「쌍서품」의 첫 게송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법구경 전체의 머리 — 모든 메시지의 압축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607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마음은 모든 일의 근본이다.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마음이 주(主)가 되어 모든 일을 시키나니,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나쁜 마음으로 말하거나 행동하면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괴로움이 그를 따른다, 수레바퀴가 소를 따르듯이.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선한 마음으로 말하거나 행동하면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즐거움이 그를 따른다, 그림자가 그를 따르듯이.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556070"/>
                </a:solidFill>
                <a:latin typeface="맑은 고딕"/>
              </a:rPr>
              <a:t>— 법구경 제1, 2 게송 (쌍서품)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 한 게송 안에 — 마음·행위·결과의 모든 가르침이 들어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心 爲 法 本   心 尊 心 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마음은 모든 법의 근본이요, 마음이 주가 되어 모든 일을 시킨다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제1게송. 법구경 전체의 머리. 모든 행위·말·결과의 근원은 마음.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不 放 逸 不 死   放 逸 是 死 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불방일(不放逸)은 죽지 않는 길, 방일(放逸)은 죽음의 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제21게송 불방일품. 깨어 있음은 살아 있음, 게으름은 죽음.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心 動 難 攝   輕 躁 難 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마음은 움직임이 빠르고 다잡기 어렵다, 가벼이 들떠 붙잡기 어렵다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심품. 마음의 변덕스러운 본성 — 다스리기 어렵지만 다스려야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4/16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無 病 最 利   知 足 最 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병 없음이 최고의 이익, 만족할 줄 앎이 최고의 부유함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안녕품. 건강과 만족 — 모든 부귀보다 깊은 행복.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從 親 生 憂   從 親 生 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사랑하는 데서 근심이 생기고, 사랑하는 데서 두려움이 생긴다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호희품. 집착이 곧 고통의 뿌리 — 사랑 자체가 아니라 집착하는 사랑.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勝 怒 從 慈   勝 惡 從 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분노를 이기는 것은 자비, 악을 이기는 것은 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분노품. 분노에 분노로 갚지 말라 — 자비만이 분노를 그치게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心 為 法 本   行 為 結 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마음이 원인이요, 행위가 결과다 — 모든 업의 도리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쌍서·심품 통합. 마음의 의도가 업, 업이 운명.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8/16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欲 河 難 渡   愛 海 難 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욕망의 강은 건너기 어렵고, 갈애의 바다는 넘기 어렵다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애욕품. 모든 괴로움의 뿌리는 갈애(taṇhā).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9/16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一 切 皆 苦   一 切 無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모든 것은 괴로움이요, 모든 것은 무아(無我)다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봉지품. 삼법인의 정수 — 苦·無常·無我.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10/16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心 是 諸 法 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마음이 모든 법의 근본이다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쌍서·심품. 마음을 보는 것이 모든 수행의 시작.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11/16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勿 以 善 小 而 不 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선이 작다고 하지 않지 말라 — 작은 선이 큰 선이 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술천품. 한 방울의 물이 항아리를 채우듯, 작은 선이 큰 선이 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己 為 己 主   己 為 己 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자기가 자기의 주인이요, 자기가 자기의 보호자다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애신품. 자기 책임의 정수 — 누구도 나를 대신 구원하지 않는다.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生 而 不 殺   不 起 殺 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살아 있는 것을 죽이지 말고 — 죽이려는 마음도 일으키지 말라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도장품. 모든 생명은 죽음을 두려워한다 — 자기를 헤아려 남을.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14/16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猶 如 老 牛   人 老 亦 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늙은 소처럼 — 사람도 늙는다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노모품. 무상함의 자각 — 누구나 늙고 병들고 죽는다.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非 因 出 身   行 為 為 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태어남이 아니라 행위로 바라문이 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범지품. 카스트 제도에 대한 부처의 혁명적 선언.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게송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게송 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줄을 평생 사색하는 시(詩)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一 句 之 法   勝 千 無 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의미 있는 한 게송이 — 의미 없는 천 마디보다 낫다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술천품. 압축의 가치 — 짧고 진실한 한 마디.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1 — 모든 것은 마음에서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心爲法本 — 법구경 전체의 머리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마음 = 모든 행위의 근원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행위 = 결과를 가져옴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결과 = 그림자처럼 따라옴 (선 → 즐거움, 악 → 괴로움)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「**마음을 보라, 거기서 모든 것이 시작된다**」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마음을 다스리지 못하면 — 어떤 노력도 어긋난다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2 — 업(業, Karma)의 법칙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행한 대로 받는 인과의 절대성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행한 대로 받는다 — 인과의 절대성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그러나 업의 핵심은 「**의도(意圖)**」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부처: 「**내가 업이라 하는 것은 의도이다**」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마음의 의도가 곧 업, 업이 곧 운명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「**자기 책임의 선언**」 — 누구도 대신 구원하지 않는다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3 — 불방일(不放逸)의 정신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깨어 있음이 곧 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깨어 있음(覺)이 곧 생명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방일(放逸, 게으름)은 죽음의 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「**불방일은 죽지 않는 길, 방일은 죽음의 길**」 (제21게송)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매 순간 의식적으로 살라 — 관성에 끌려가지 말라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오늘 — 마음 챙김(mindfulness)의 가장 오래된 정수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4 — 두 가지 길의 분별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어리석은 자(우암) vs 지혜로운 자(명철)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어리석은 자 — 욕망에 끌려가는 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지혜로운 자 — 자기 마음의 주인이 되는 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매 순간 우리가 두 길 중 하나를 선택한다는 자각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「**선악**」이 아닌 「**지혜와 어리석음**」의 분별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종교적 선악 판단이 아닌 — 「**어떤 길이 행복으로 이끄는가**」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5 — 자비와 비폭력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모든 생명은 죽음을 두려워한다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모든 생명은 죽음을 두려워한다 — 자기를 헤아려 남을 헤아려라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분노에 분노로 갚지 말라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분노는 사랑으로만 그친다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진정한 거룩한 자(범지)는 — 폭력을 떠난 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「**비폭력(Ahiṃsā)**」 — 간디·마틴 루서 킹의 동양적 원천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6 — 갈애의 끊음 = 해탈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모든 괴로움의 뿌리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모든 괴로움의 뿌리는 갈애(渴愛, taṇhā)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더 가지려는 마음, 잃지 않으려는 마음 — 곧 고통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갈애를 뽑으면 — 평안에 이른다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집착하지 않음이 곧 자유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욕망을 「**부정**」하라가 아니라 — 욕망에 「**끌려가지 말라**」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욕망을 가진 채 자유로울 수 있는 길 — 그게 갈애 끊음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7 — 진정한 거룩한 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출신이 아닌 행위로 결정된다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출신·계급·복장이 아니라 — 마음의 청정함이 거룩함의 기준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「**태어남이 아니라 행위로 바라문이 된다**」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2,500년 전 인도 카스트 사회에서 부처가 외친 가장 혁명적 선언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「**진정한 고귀함은 — 자기를 다스린 자**」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오늘 — 「**평등**」 사상의 가장 오래된 종교적 정식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동방의 성서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「동방의 성서」라 불리는가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종교를 초월한 보편 지혜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종교적 차이를 초월한 보편 지혜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불교 신자가 아니어도 — 윤리·심리학·자기계발서로 읽힌다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어느 게송 하나만 골라도 — 평생 사색할 가치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톨스토이·헤르만 헤세·하이데거 — 서양 사상가들이 깊이 영향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19세기 막스 뮬러의 영역 이후 — 서양에서 가장 많이 읽힌 불교 경전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「**마음을 다스리는 법**」 — 종교 초월한 인류 공통 과제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동방의 성서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법구경의 형식적 매력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왜 2,500년 사랑받는가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짧고 강렬한 시(詩) 형식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외우기 쉽고 — 기억에 남는다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누구나 이해할 수 있는 평이함 — 농부도 학자도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추상 형이상학이 아닌 — 일상의 비유(꽃·코끼리·수레·강)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부처의 인격적 매력 — 위협 아닌 권유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「이 길로 가라」가 아니라 — 「이 길이 행복한 길이다」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한국에서의 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가장 사랑받는 불교 경전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한국 불교에서 — 반야심경·금강경과 함께 가장 널리 읽힘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신자뿐 아니라 일반 교양서로도 폭넓게 읽힘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법정 스님 『**진리의 말씀**』(1984) — 가장 유명한 한국어 번역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전재성·일아·김서리·한명숙 등 다수 번역본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한국 시인·소설가들의 정신적 자양분 (한용운·법정 등)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현대의 부활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명상·마음 챙김·자기계발의 가장 깊은 원천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현대 명상·마음 챙김(mindfulness) 운동의 동양적 원천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「**마음을 다스린다**」 — 자기계발·심리학의 가장 깊은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「**갈애를 끊어라**」 — 미니멀리즘·미디어 다이어트의 정신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「**분노는 자비로**」 — 비폭력 갈등 해결의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「**한 게송 하루**」 — 일상 명상 텍스트로 가장 적합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 — 마음을 보라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거기서 모든 것이 시작된다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제1게송이 책 전체를 말한다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모든 행위·말·결과의 근원은 — 마음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외부 환경을 바꾸기 전에 — 자기 마음을 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마음을 다스리지 못하면 — 어떤 노력도 어긋난다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「**오늘 내 마음은 어디에 있는가?**」 — 매일 묻는 질문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 — 한 줄을 평생 사색하라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법구경의 가장 좋은 읽기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법구경은 — 빨리 읽고 끝내는 책이 아니다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한 게송을 가슴에 품고 — 그 의미를 살아내는 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「**하루에 한 게송**」 — 1년이면 365게송, 평생이면 평생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 줄의 시(詩)가 — 자기 일상의 거울이 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「**느리게 읽기(slow reading)**」의 가장 오래된 모델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 — 갈애를 끊어 자유로워라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오늘 가장 절실한 가르침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더 가지려는 마음 — 끝없는 욕망의 시대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SNS·광고·소비주의가 갈애를 부채질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법구경의 답 — 「**욕망에 끌려가지 말라**」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「**무병이 최고의 이익, 지족이 최고의 부유**」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미니멀리즘·디지털 디톡스의 가장 깊은 동양적 원천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법구경이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폭으로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마음을 보라 — 거기서 모든 것이 시작된다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오늘 한 행위가 곧 내일의 자기 — 업의 자기 책임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깨어 있음이 살아 있음 — 불방일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어리석은 자가 아닌 지혜로운 자의 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분노는 자비로만 그친다 — 비폭력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갈애를 끊으면 자유로워진다 — 집착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진정한 고귀함은 출신이 아닌 행위 — 평등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법구경 — 부처의 직설에 가장 가까운 진리의 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Batang"/>
              </a:rPr>
              <a:t>心 爲 法 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마음이 모든 법의 근본 — 제1게송의 정수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530352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한 게송을 가슴에 품고 평생 사색하라 — 동방의 성서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