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지혜로 역사를 논하고, 역사로 지혜를 말한다 · 3,000년 중국사의 지혜 경전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1F2A44"/>
                </a:solidFill>
                <a:latin typeface="Batang"/>
              </a:rPr>
              <a:t>智 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지 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75488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以 智 論 史  以 史 說 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냉성금(冷成金, 1962~2021) 저 · 장연 역 · 김영사 (한국 2003 출간, 전4권)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춘추전국 → 양한 → 수당송원 → 명청 — 창세·치세·패권·진퇴의 변증법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지전이란 무엇인가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방법론 — 이지논사·제자백가 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4편의 구조 — 창세·치세·패권·진퇴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1편 춘추전국 — 창세의 책략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2편 전한·후한 — 치세의 지모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3편 수·당·송·원 — 패권의 쟁투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4편 명·청 — 진퇴의 법칙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4편을 관통하는 5대 원리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명장면·명구 12선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우리에게 ·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지전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원제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0312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知典 (2001 중국) — 후에 『三千年来谁著史 (3천년 동안 누가 역사를 썼나)』로 재출간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냉성금(冷成金, 렁청진, 1962~2021) — 중국인민대학 문학원 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역자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장연 · 한국판 출판사 김영사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한국 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49039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2003년 (전2권 세트) → 이후 전4권으로 확장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297679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중국 3,000년 역사 속 지혜와 권모술수를 분석한 「지혜의 경전」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방법론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84632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以智論史 以史說智 — 지혜로 역사를 논하고, 역사로 지혜를 말한다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출전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394959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『좌전』·『사기』·『전국책』·『자치통감』 등에서 100여 편의 일화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주제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943600"/>
            <a:ext cx="9235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제후·재상·책략가·종횡가들의 지혜와 지략 · 경세 철학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저자 냉성금(冷成金) — 「역사 속 지혜의 발굴자」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중국인민대학 문학원 교수 · 소동파 연구의 권위자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1962년 산동성(山東省) 출생 — 2021년 3월 9일 사망 (59세)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중국인민대학(中國人民大學) 문학원 교수 · 박사생 지도교수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중국 소식(蘇軾) 연구회 전 부회장 — 소동파 연구의 권위자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대표 저작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『智典』 / 『三千年来谁著史』 — 본 발표의 원전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『读史有智慧』 — 「역사를 읽는 지혜」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『有一种境界叫苏东坡』 — 「소동파라는 경지」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『논어의 정신』·『중국권지(中國權智)』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● 「역사를 살아 있는 지혜로 전환시키는」 글쓰기로 중국·한국 독서계의 사랑을 받음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지전 — 단순한 역사책이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"지혜의 경전" — 100여 편의 역사 이야기로 지혜를 길어내는 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「지혜의 경전(智 + 典)」 — 이름 자체가 책의 성격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『좌전』·『사기』·『전국책』·『자치통감』 등에서 100여 편의 이야기를 가려 뽑음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제후·재상·책략가·종횡가들의 지혜와 지략·경세 철학을 「이야기식」으로 풀이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유가(儒) · 법가(法) · 도가(道) · 종횡가(縱橫) · 병가(兵) · 음양가(陰陽) 통합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1편 = 「천하를 어떻게 얻는가」 · 2편 = 「천하를 어떻게 지키는가」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창업(創業)과 수성(守成)의 변증법 — 두 권이 유기적 완결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이지논사(以智論史)·이사설지(以史說智)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단순 사건 나열이 아닌 「지혜의 원리」 추출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以 智 論 史   以 史 說 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지혜로 역사를 논하고, 역사로 지혜를 말한다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「以智論史」 — 역사 속 인물의 판단·행동에 담긴 「지혜의 원리」를 분석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「以史說智」 — 추상적 지혜를 「구체적 역사 사건」으로 입증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사기·자치통감이 「무엇이 일어났는가」를 묻는다면,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    지전은 「왜 그렇게 행동했는가, 우리는 무엇을 배울 것인가」를 묻는다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「역사책 + 자기계발서 + 철학서」의 결합 — 동양 「응용 역사학」의 정점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제자백가(諸子百家)의 융합적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사건을 6가지 학파의 눈으로 동시에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566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儒 유가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德治 덕치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인(仁)·의(義)로 마음을 정복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356616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566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法 법가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926080"/>
            <a:ext cx="35661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法·勢·術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법으로 질서, 세로 권위, 술로 신하 다스림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103120"/>
            <a:ext cx="3566160" cy="7315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566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道 도가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926080"/>
            <a:ext cx="35661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無爲 무위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4747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억지로 하지 않고 자연의 리듬을 따른다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35661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3566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縱橫 종횡가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9200"/>
            <a:ext cx="35661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合縱連橫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외교·변론으로 천하를 움직임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206240"/>
            <a:ext cx="356616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206240"/>
            <a:ext cx="3566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兵 병가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5029200"/>
            <a:ext cx="35661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02920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不戰勝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577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싸우지 않고 이김 · 부전승의 철학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4206240"/>
            <a:ext cx="3566160" cy="7315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206240"/>
            <a:ext cx="3566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atang"/>
              </a:rPr>
              <a:t>陰陽 음양가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029200"/>
            <a:ext cx="356616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502920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Batang"/>
              </a:rPr>
              <a:t>陰陽五行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5778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천지의 리듬·기운의 흐름 읽기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4편의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4편의 시대와 주제 — 「창세 → 치세 → 패권 → 진퇴」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약 2,700년 역사의 변증법적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914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1편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194560"/>
            <a:ext cx="2743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402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春秋戰國 춘추전국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060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770~221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創世 창세의 책략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28600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천하를 어떻게 얻는가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914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108960"/>
            <a:ext cx="2743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1546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前漢·後漢 전한·후한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20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BC 206~AD 220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004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治世 치세의 지모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20040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천하를 어떻게 지키는가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914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4023360"/>
            <a:ext cx="2743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40690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隋唐宋元 수당송원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4348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AD 581~1368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1148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覇權 패권의 쟁투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11480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제왕의 기상과 인성의 약점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937760"/>
            <a:ext cx="9144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37760"/>
            <a:ext cx="914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4937760"/>
            <a:ext cx="27432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498348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明淸 명·청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3492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AD 1368~1912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0292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進退 진퇴의 법칙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02920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나아가고 물러설 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4편이 모여 「창업과 수성·도전과 절제」의 인생 사이클을 그려낸다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1편 춘추전국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1편 — 창세(創世)의 책략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주 왕실의 권위가 무너진 550년 · 새로운 질서를 세우는 책략들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BC 770 주의 동천 → BC 221 진의 통일 · 약 550년의 대분열기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「예악정벌이 천자에게서 나온다」는 원칙 붕괴 — 권력의 진공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제자백가의 출현 — 사상과 정치 전략의 동시 폭발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4부 구성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제1부 정치의 지혜 — 덕치와 권모, 양모와 음모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제2부 전략적 전술 — 이(利)를 중심으로 한 합종연횡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제3부 인품과 운명 — 개인의 성품과 역사적 운명의 관계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제4부 현자와 국가 — 인재 등용술과 국가 흥망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핵심 메시지 — 「누가 새로운 질서를 세울 것인가」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1편 춘추전국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관중과 제환공 — 「원수를 재상으로」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유가적 용인(用人)의 극치 — 사사로운 원한을 넘는 대의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관중(管仲)이 공자규(公子糾)를 위해 소백(훗날 제환공)에게 활을 쏨 — 사구(射鉤)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살아 돌아온 제환공이 즉위 — 환공은 관중을 「원수」로 여김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그러나 포숙아(鮑叔牙)의 추천 — 「관중이 있는 나라가 천하를 얻습니다」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환공의 결단 — 사사로운 원한을 접고 관중을 재상으로 등용, 「중부(仲父)」로 모심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1F2A44"/>
                </a:solidFill>
                <a:latin typeface="Batang"/>
              </a:rPr>
              <a:t>● 관중의 정치 — 「倉廩實而知禮節 衣食足而知榮辱」 (창고가 차야 예절을 안다)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결과 — 「九合諸侯」 아홉 차례 회맹·존왕양이로 춘추 첫 패자가 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556070"/>
                </a:solidFill>
                <a:latin typeface="Batang"/>
              </a:rPr>
              <a:t>● 「生我者父母 知我者鮑子也」 — 관중의 회고 · 「지인(知人)」이 곧 위대한 능력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1편 춘추전국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상앙의 변법 — 「나무 하나로 천하의 신뢰를 사다」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사문입목(徙木立信) — 법가 사상의 가장 극적인 실현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위(衛) 출신 상앙 — 위 혜왕이 등용도 살해도 안 함 → 진(秦) 효공에 등용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세 번의 면담 — 帝道·王道엔 졸고 覇道(부국강병)엔 무릎을 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변법의 첫 장애물 — 백성의 불신 (「이전 정권들이 늘 약속을 어겼다」)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Batang"/>
              </a:rPr>
              <a:t>● 「사문입목(徙木立信)」 — 도성 남문에 나무를 세우고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「북문으로 옮기는 자에게 10금」 → 아무도 안 함 → 50금으로 인상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한 사람이 옮기자 즉시 50금 지급 → 신뢰 확립 → 변법 시행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진을 부강케 해 통일의 기초를 놓음 — 그러나 상앙 자신은 거열형(車裂)으로 죽음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● 「제도를 만든 자는 종종 그 제도로 죽는다」 — 법가의 비극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1편 춘추전국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합종연횡 — 종횡가의 천하 외교 시대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소진의 합종(合縱) vs 장의의 연횡(連橫)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蘇 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소진 — 합종(合縱)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낙양 평민 → 6국 동맹
6국 재상의 인을 동시에 차다
진은 15년간 함곡관을 못 나옴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張 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장의 — 연횡(連橫)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「내 혀가 아직 있느냐?」
진을 중심으로 6국을 차례로 분열
6국 합종을 무너뜨려 진 통일의 토대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귀곡선생(鬼谷子)의 두 제자 — 같은 스승, 정반대의 길 · 외교 전략의 영원한 두 원형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2편 전한·후한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2편 — 치세(治世)의 지모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천하를 지키는 법 · BC 206~AD 220 약 420년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진(秦) 통일 15년 만에 멸망 → 초한쟁패 → 한(漢) 건국 → 왕망의 찬탈 → 광무제 중흥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1편이 「창세(창업)」였다면 2편은 「치세(수성)」 — 관점의 근본적 전환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난세의 영웅 → 태평성대의 통치자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전쟁터의 전략 → 궁정의 정치술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3부 구성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제1부 영웅과 시대 — 초한쟁패, 영웅의 조건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제2부 성세와 난세 — 왕조의 흥망성쇠 순환 원리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제3부 선비와 정치 — 지식인과 권력의 관계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2편 전한·후한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초한쟁패 — 항우 vs 유방, 영웅의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중국사 가장 극적인 대결 · 「누가 진짜 영웅인가」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項 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항우 — 비극의 영웅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거록(鉅鹿) 「파부침주(破釜沈舟)」
역발산기개세(力拔山氣蓋世)
약점 — 독단·아집·인재 경시
범증·한신·진평을 다 잃음
해하(垓下) 사면초가 → 오강에서 자결
「내가 무슨 면목으로 강동 부로를…」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Batang"/>
              </a:rPr>
              <a:t>劉 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유방 — 난세의 승자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91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패현의 정장(亭長) 출신
약법삼장(約法三章) — 민심 장악
장량·소하·한신 3걸을 모두 안음
「내 능력이 그들만 못하나,
그들을 쓰는 능력이 있다」
「의심나면 쓰지 말고, 쓰면 의심 말라」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2편 전한·후한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한고조의 「삼걸(三傑)」 — 인재가 천하를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장량·소하·한신 — 유방이 항우를 이긴 진짜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19456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Batang"/>
              </a:rPr>
              <a:t>張 良 장량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8A25B"/>
                </a:solidFill>
                <a:latin typeface="맑은 고딕"/>
              </a:rPr>
              <a:t>책사(策士)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4028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귀신 같은 책략의 천재 · 「운주유악(運籌帷幄) 결승천리(決勝千里)」
홍문연·약법삼장의 핵심 조언자 · 황석공에게 받은 삼략의 책사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39"/>
            <a:ext cx="219456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59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Batang"/>
              </a:rPr>
              <a:t>蕭 何 소하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1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8A25B"/>
                </a:solidFill>
                <a:latin typeface="맑은 고딕"/>
              </a:rPr>
              <a:t>재상(宰相)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57599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관중의 안정·군량의 확보 · 한신을 알아본 「소하월하추한신(蕭何月下追韓信)」
「내가 없이 한신을 추천하면 누구도 안 했을 것」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37760"/>
            <a:ext cx="219456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Batang"/>
              </a:rPr>
              <a:t>韓 信 한신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8A25B"/>
                </a:solidFill>
                <a:latin typeface="맑은 고딕"/>
              </a:rPr>
              <a:t>명장(名將)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07492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국사무쌍(國士無雙)의 명장 · 사면초가·배수진의 천재 전략가
그러나 후에 「토사구팽」으로 죽음 — 천하 평정 후 명장의 운명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2편 전한·후한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왕망의 찬탈과 광무제 — 「수성의 어려움」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왕조의 사이클 — 위기와 중흥의 시소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왕망(王莽, AD 9~23) — 외척 출신 · 「겸손한 군자」의 가면을 쓴 찬탈자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30년에 걸친 신중한 정치적 등반 — 「위장된 덕」의 극치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신(新) 왕조 건국 — 그러나 무리한 개혁으로 15년 만에 멸망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광무제 유수(劉秀, AD 25~57) — 한실 종친 출신 후한의 중흥조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「유수가 곤양(昆陽)에서 1만으로 왕망의 40만을 격파」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「공신을 죽이지 않고도 천하를 지킨」 드문 황제 — 한신과 정반대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교훈 — 「수성(守成)은 창업(創業)보다 어렵다」 — 당 태종이 위징에게 물은 그 질문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3편 수당송원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3편 — 패권(覇權)의 쟁투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제왕의 기상과 인성의 약점 · AD 581~1368 약 780년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수·당·송·원 — 통일·분열·재통일·이민족 정복의 격동기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3편 구성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제1편 제왕의 기상 — 풍모와 인재 전략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제2편 인성의 약점을 이겨라 — 인간 본성의 함정과 극복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제3편 역사의 성패로 영웅을 논하다 — 성패의 기준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핵심 인물 — 당 태종·측천무후·송 태조·왕안석·주원장 등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핵심 메시지 — 「큰 인물도 작은 약점에 무너진다」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인성의 약점 — 의심·시기·교만·노여움·태만 등을 어떻게 다스리는가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3편 수당송원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당 태종 이세민 — 「제왕의 기상」의 표상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정관(貞觀)의 치 · 위징을 「인간 거울」로 삼은 군주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Batang"/>
              </a:rPr>
              <a:t>● 「以銅爲鏡可正衣冠 以古爲鏡可知興替 以人爲鏡可明得失」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구리로 거울 삼으면 의관을, 옛것으로 거울 삼으면 흥망을, 사람으로 거울 삼으면 득실을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위징(魏徵) — 원수 진영(이건성) 출신을 등용 → 200여 회 간언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위징 사후 — 「내가 거울 하나를 잃었다」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정관(貞觀)의 치 — 「창고가 차고 거리에 도둑이 없으며」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그러나 만년에 — 고구려 정벌 실패·태자 폐립 등 「큰 군주도 늙으면 흔들린다」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● 『정관정요(貞觀政要)』 — 당 태종과 신하들의 대화를 정리한 동양 제왕학의 최고봉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3편 수당송원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측천무후 — 중국 유일의 여황제 · 인성의 양면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권력을 위한 무자비함과 통치의 탁월함의 공존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측천무후(則天武后, 624~705) — 중국 역사상 유일한 여황제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태종의 후궁 → 고종의 황후 → 무주(武周) 황제 (재위 690~705)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권력 장악의 무자비함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친자식까지 의심하면 가차없이 제거 · 혹리(酷吏)를 이용한 공포 정치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그러나 통치의 탁월함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과거 제도의 확대 — 「전시(殿試)·무거(武擧)」 신설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적인걸(狄仁傑) 등 명재상 등용 · 농업 진흥 · 경제 안정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자기 사후 묘비를 무자비(無字碑)로 — 「공과는 후세가 판단하라」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1">
                <a:solidFill>
                  <a:srgbClr val="556070"/>
                </a:solidFill>
                <a:latin typeface="맑은 고딕"/>
              </a:rPr>
              <a:t>● 「선악을 한 사람 안에서 다 보여준」 역사의 가장 복잡한 인물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3편 수당송원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송 태조와 「배주석병권(杯酒釋兵權)」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술 한 잔으로 무인의 권력을 거두다 · 가장 우아한 정치 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송 태조 조광윤(趙匡胤) — 「진교병변」으로 후주를 찬탈해 송 건국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가장 큰 두려움 — 「내가 한 짓을 부하 장수가 또 할까봐」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한고조의 한신 처형, 명 태조의 공신 숙청과는 다른 길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Batang"/>
              </a:rPr>
              <a:t>● 杯酒釋兵權(배주석병권) — 술 한 잔으로 병권을 풀다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부하 장수들을 술자리에 모아 「부귀를 누리며 안락하게 사세요」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다음날 모두 사직 → 거대한 부와 영지로 보상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한 방울의 피도 흘리지 않고 군권을 황제에게 집중 — 「우아한 권력 정리」의 모범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그러나 부작용 — 무력 약화로 송은 끊임없이 북방 이민족에 시달림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4편 명·청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4편 — 진퇴(進退)의 법칙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나아갈 때와 물러설 때 · AD 1368~1912 약 540년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명(明) 1368 건국 → 청(淸) 1644 입관 → 1912 신해혁명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통일 제국 후기의 지혜 — 「세상이 안정될수록 진퇴가 어렵다」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3편 구성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제1편 개국과 고권(固權) — 나라를 세우고 권력을 굳히기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제2편 대재(大才)와 소재(小才) — 큰 인재와 작은 인재의 차이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   · 제3편 정치는 대지혜이다 — 정치의 본질과 진퇴의 법칙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핵심 인물 — 주원장·장거정·강희제·옹정제·건륭제·증국번·이홍장 등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핵심 메시지 — 「물러날 줄 아는 자가 가장 멀리 간다」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4편 명·청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주원장 — 거지에서 황제로, 가장 잔혹한 개국조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명의 개국과 「공신 숙청」의 극단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주원장(朱元璋, 1328~1398) — 빈농 출신 · 거지·승려 → 황제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원나라를 무너뜨리고 명 건국 — 한족 회복의 황제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그러나 가장 잔혹한 개국조 — 「누구도 믿지 않는다」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호유용(胡惟庸)의 옥 — 3만여 명 처형 · 승상 제도 폐지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남옥(藍玉)의 옥 — 또 1만 5천여 명 처형 · 공신 거의 전멸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「토사구팽」의 극단적 실현 — 한신·팽월·영포의 운명을 대규모로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송 태조의 「배주석병권」과의 정반대 — 같은 문제, 정반대의 해법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「창업의 잔혹함」과 「수성의 안정」 사이의 가장 극적인 사례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4편 명·청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증국번(曾國藩) — 청 말의 「물러설 줄 아는 자」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태평천국 진압의 영웅 · 그러나 권력을 스스로 내려놓다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증국번(曾國藩, 1811~1872) — 청 말 한족 출신 명재상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태평천국의 난(1851~1864) 진압의 핵심 인물 — 상군(湘軍) 창설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천하의 영웅이 되었으나 — 스스로 「병권을 거두고 군을 해산」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한신·악비의 운명을 알았기에 — 절정에서 내려옴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Batang"/>
              </a:rPr>
              <a:t>● 「中天而退」 — 한가운데서 물러난다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자기 일기·가서(家書)를 후세에 남겨 — 동양 자기 수양의 모범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4편의 정점 — 「진퇴의 법칙」의 살아 있는 사례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● 마오쩌둥·장개석 모두 증국번을 「자기가 배우려는 모범」으로 꼽음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4편 명·청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강·옹·건 — 청의 130년 황금기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강희(61) → 옹정(13) → 건륭(60) — 3대가 만든 「대청 성세」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19456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Batang"/>
              </a:rPr>
              <a:t>康熙 강희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8A25B"/>
                </a:solidFill>
                <a:latin typeface="맑은 고딕"/>
              </a:rPr>
              <a:t>재위 61년 (1661~1722)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4028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8세에 즉위 · 오삼계의 난·정성공 평정 · 러시아·갈단 격퇴
학자형 군주 — 「강희자전」 편찬 · 유학 진흥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39"/>
            <a:ext cx="219456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59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Batang"/>
              </a:rPr>
              <a:t>雍正 옹정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19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8A25B"/>
                </a:solidFill>
                <a:latin typeface="맑은 고딕"/>
              </a:rPr>
              <a:t>재위 13년 (1722~1735)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57599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잔혹한 정리자 — 형제와 신하를 가차없이 숙청
그러나 부패 척결·재정 정비 — 청의 130년 성세를 가능케 함
「큰 일을 위해 작은 일을 잔혹하게」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37760"/>
            <a:ext cx="2194560" cy="12344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Batang"/>
              </a:rPr>
              <a:t>乾隆 건륭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8A25B"/>
                </a:solidFill>
                <a:latin typeface="맑은 고딕"/>
              </a:rPr>
              <a:t>재위 60년 (1735~1795)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07492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청의 절정 — 영토 최대·인구 폭증
그러나 만년 — 화신(和珅) 등 부패 만연
「절정이 곧 쇠퇴의 시작」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4편 관통 5대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4편을 관통하는 5대 지혜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냉성금이 100여 편의 일화에서 길어낸 보편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0312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創 業 / 守 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4884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창업과 수성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천하를 얻는 지혜와 지키는 지혜는 다르다 — 1편↔2편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88036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8803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知 人 / 用 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92608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지인과 용인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인재를 알아보는 안목이 곧 군주의 가장 큰 능력 — 관중·삼걸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65760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65760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進 退 之 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7033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진퇴의 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033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나아갈 때 가는 자보다 물러설 때 멈출 줄 아는 자가 멀리 간다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434840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4348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德 治 / 法 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48056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덕치와 법치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인(仁)으로 마음을 정복하면서도 법(法)으로 질서를 세운다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12079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1207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212079"/>
            <a:ext cx="27432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212079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Batang"/>
              </a:rPr>
              <a:t>人 性 / 大 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257799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56070"/>
                </a:solidFill>
                <a:latin typeface="맑은 고딕"/>
              </a:rPr>
              <a:t>인성과 대의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57799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인성의 약점(의심·시기·교만)을 다스려 대의를 이루는 자가 영웅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관중 · 1편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生 我 者 父 母  知 我 者 鮑 子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나를 낳아준 것은 부모이지만, 나를 알아준 것은 포숙아이다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제환공의 원수 관중을 추천한 포숙아 — 「지인(知人)」이 곧 위대한 능력. 인재를 알아보는 안목이 곧 권력의 가장 큰 자산.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관자 · 1편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倉 廩 實 而 知 禮 節  衣 食 足 而 知 榮 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창고가 차야 예절을 알고, 입고 먹는 것이 족해야 영욕을 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관중의 실용 정치 철학. 도덕 이전에 경제 안정 — 맹자의 「항산항심(恒産恒心)」과 짝.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(3/12)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상앙 · 1편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徙 木 立 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나무를 옮겨 신뢰를 세우다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상앙의 변법. 「작은 약속을 어김없이 지킴」으로써 큰 개혁의 신뢰를 쌓는다 — 현대 조직 변화 관리의 동양 원형.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소진 · 1편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寧 爲 鷄 口  無 爲 牛 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닭의 부리가 될지언정 소의 꼬리가 되지 말라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소진이 한 선혜왕을 합종으로 설득할 때 — 작은 나라의 주인이 될지언정 큰 나라의 종이 되지 말라.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항우 · 2편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力 拔 山 兮  氣 蓋 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힘은 산을 뽑고 기개는 세상을 덮건만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해하 사면초가의 밤 · 항우의 최후 노래(垓下歌). 「힘」만으로는 천하를 못 얻는다 — 동양 비극의 정점.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유방 · 2편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約 法 三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법 세 가지로 약속한다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관중 입성 후 유방의 선언 — 살인자死·상해자 도둑은 처벌, 나머지 가혹한 법은 모두 폐지. 민심 장악의 결정타.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한고조 · 2편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運 籌 帷 幄  決 勝 千 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장막 안에서 책략을 짜 천 리 밖에서 승부를 결정한다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유방의 장량(張良) 평. 책사의 가치 — 직접 싸우지 않고도 천 리 밖의 전투를 결정짓는 능력.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(8/12)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한신 · 2편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兎 死 狗 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토끼가 죽으면 사냥개를 삶는다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한신의 최후 한탄. 「국사무쌍」의 명장도 천하 평정 후엔 위협 — 공신의 영원한 운명.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당 태종 · 3편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以 人 爲 鏡  可 明 得 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사람으로 거울을 삼으면 득실을 밝힐 수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위징(魏徵)에 대한 평. 「인간 거울」을 곁에 두는 군주가 큰 군주 — 「내가 거울 하나를 잃었다」 한 위징 사후의 탄식.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(10/12)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송 태조 · 3편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杯 酒 釋 兵 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술 한 잔으로 병권을 풀다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송 태조 조광윤이 부하 장수들을 술자리에 모아 군권을 거둠 — 한 방울 피도 흘리지 않는 「우아한 권력 정리」의 모범.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(11/12)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주원장 · 4편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狡 兎 死  良 狗 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교활한 토끼가 죽으면 좋은 사냥개를 삶는다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주원장의 호유용·남옥의 옥 — 한신의 운명을 「국가 규모」로 실행. 송 태조의 배주석병권과 정반대의 길.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명장면·명구 12선 (12/12)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증국번 · 4편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中 天 而 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한가운데서 물러난다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태평천국 평정 후 증국번이 스스로 군권을 내려놓음. 4편 「진퇴의 법칙」의 정점 — 「가장 잘 나갈 때 멈출 줄 아는 자」가 가장 멀리 간다.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지전이 오늘 우리에게 일러주는 10가지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1. 지혜로 역사를 논하고, 역사로 지혜를 말하라 — 以智論史 以史說智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2. 창업과 수성은 다른 지혜 — 천하를 얻는 법과 지키는 법이 같지 않다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3. 인재를 알아보는 안목이 가장 큰 능력 — 知人이 用人에 앞선다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4. 가장 위태로운 적은 외부가 아니라 자기 안의 약점이다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5. 사사로운 원한을 넘어 대의를 보는 자가 큰 그릇이다 — 관중·환공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6. 작은 약속을 어김없이 지켜야 큰 신뢰가 선다 — 사문입목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7. 「토사구팽」을 알았다면 절정에서 내려와라 — 한신과 증국번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8. 한 방울 피 없이 권력을 정리하는 길도 있다 — 배주석병권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9. 가장 큰 권력은 가장 큰 두려움을 만든다 — 주원장의 잔혹함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10. 진퇴(進退)의 도 — 「中天而退」, 한가운데서 물러설 줄 아는 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지전,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중국 인민대학 냉성금 교수가 100여 편의 역사 일화로 엮은 「지혜의 경전」.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4편 — 춘추전국(창세) · 양한(치세) · 수당송원(패권) · 명청(진퇴).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방법론 — 以智論史 以史說智 · 단순 역사가 아닌 「지혜의 원리」 추출.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제자백가 통합 — 유·법·도·종횡·병·음양가의 6눈으로 한 사건을 본다.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100여 명의 인물 — 관중·상앙·소진·장의·항우·유방·한신·당 태종·송 태조·주원장·증국번.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「창업과 수성·진퇴와 인성」의 영원한 변증법을 보여주는 책.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0" b="1">
                <a:solidFill>
                  <a:srgbClr val="1F2A44"/>
                </a:solidFill>
                <a:latin typeface="Batang"/>
              </a:rPr>
              <a:t>以 智 論 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8B1A1A"/>
                </a:solidFill>
                <a:latin typeface="Batang"/>
              </a:rPr>
              <a:t>以 史 說 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93192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지 혜 로  역 사 를  논 하 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역 사 로  지 혜 를  말 한 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냉성금, 『지전(智典) · 3,000년 동안 누가 역사를 썼나』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1F2A44"/>
                </a:solidFill>
                <a:latin typeface="Batang"/>
              </a:rPr>
              <a:t>智  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