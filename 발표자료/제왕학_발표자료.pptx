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帝 王 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The Way of the Emperor · 제왕학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동양 2,000년 흥망사가 가르치는 리더의 학문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니와 슌페이 『중국고사에서 배우는 제왕학』(2001) — 한 권으로 압축된 동양 리더십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"리더는 자기 능력으로 일하는 자가 아니라, 사람의 능력을 끌어내는 자다"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한 고조 유방, 천하 통일 후의 자기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제왕학이란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2,000년 발전사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텍스트 7종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동서 비교 — 마키아벨리 vs 동양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결정적 인물 8인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7대 핵심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8대 리더 자질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명구·명장면 10선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한국의 제왕학 — 세종·정조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제왕학(帝王學)이란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"한 나라의 군주가 갖추어야 할 학문"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현대적 의미 — "한 조직의 최고 책임자·리더가 지녀야 할 자질과 능력의 총체"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CEO·임원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657600"/>
            <a:ext cx="81381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776472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기업 경영의 도(道)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24528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정치 지도자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224528"/>
            <a:ext cx="81381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34340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국가 통치의 도(道)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91456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103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관리자·팀장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791456"/>
            <a:ext cx="81381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910328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조직 운영의 도(道)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58384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772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부모·교사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5358384"/>
            <a:ext cx="81381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477256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가정·학교의 도(道)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25312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0441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자기 인생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925312"/>
            <a:ext cx="81381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6044184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자기 주재(主宰)의 도(道)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『중국고사에서 배우는 제왕학』 — 책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96596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7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중국고사에서 배우는 제왕학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39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"옛 고사로 풀어낸 제왕의 학문"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606039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5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니와 슌페이(니와슈운페이)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79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일본의 동양고전 연구자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24612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0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옮긴이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918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이규은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한국어 번역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88620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도서출판 삶과꿈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2001년 3월 (현재 절판)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52628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72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리더십 압축서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2,000년 흥망사가 응축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516636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212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사기·정관정요·자치통감·한비자·육도삼략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중국 고전 종합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80644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71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한국 의미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외환위기 이후 리더십 논쟁기 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79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동양 리더십의 가교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저자 니와 슌페이 — 일본 동양고전 리더십의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"기업 경영의 답을 동양 고전에서 찾자" — 1970년대 이후 일본 경영의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56032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36391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야마모토 시치헤이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313639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제왕학 — 정관정요에서 배우는 리더의 자격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3017520"/>
            <a:ext cx="3108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13639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정관정요 중심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75887"/>
            <a:ext cx="256032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모리야 히로시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675887"/>
            <a:ext cx="53035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79475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중국 고전 인간학·군주론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675887"/>
            <a:ext cx="3108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79475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한비자·손자·관자 종합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34255"/>
            <a:ext cx="256032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53127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다케우치 미노루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334255"/>
            <a:ext cx="53035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453127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중국 고전 통섭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4334255"/>
            <a:ext cx="3108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4453127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학술적 깊이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92623"/>
            <a:ext cx="256032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1149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시바 료타로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992623"/>
            <a:ext cx="53035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11149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역사 소설로 재구성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4992623"/>
            <a:ext cx="3108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5111495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대중적 보급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50991"/>
            <a:ext cx="256032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769863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니와 슌페이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5650991"/>
            <a:ext cx="530352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69863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중국고사에서 배우는 제왕학 (본서)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5650991"/>
            <a:ext cx="3108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5769863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중국 고사 종합 정리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공통점 — 개별 인물의 결정적 일화에서 보편 원리 도출, 현대 경영에 직접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2001년 한국 — 책이 번역된 시점의 의미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1997년 외환위기 직후 — 한국 사회의 충격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"우리에게 필요한 리더는 어떤 사람인가?"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사회 전반에 절박하게 떠오른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당시 한국 사회의 화두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김대중-노무현-이명박 시기의 리더십 논쟁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기업의 "한국형 경영" 본질에 대한 질문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일본의 리더십 책이 대거 번역·소개된 시기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한국인이 자기 동양 전통에서 답을 찾는 가교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지금 제왕학을 읽는가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얇지만 가볍지 않은 책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짧은 페이지 안에 2,000년의 흥망사가 응축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그 응축이 묻는 것은 결국 한 가지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"사람을 이끄는 자는 어떤 사람이어야 하는가?"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이 질문은 옛 황제만의 것이 아니다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CEO·팀장·교사·부모·자기 자신 — 우리 모두 어떤 의미에서 리더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그러므로 제왕학은 황제만의 학문이 아니라 모두의 학문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역사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춘추전국시대 (BC 770~221) — 제왕학의 형성기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"제왕학의 모든 원형이 만들어진 시대"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공자(孔子)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031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219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551~479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103120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21991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인(仁)·예(禮)의 덕치(德治)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61487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맹자(孟子)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61487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8803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372~289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761487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880359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왕도정치·민본주의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19855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순자(荀子)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419855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53872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298~238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419855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538727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예(禮)와 법(法)의 결합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78223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9709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한비자(韓非子)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078223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197095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280~233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4078223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197095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법·술·세 — 법가 제왕학의 결정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36591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554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관자(管子)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736591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855463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723~645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736591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4855463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부국강병의 실용주의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94959"/>
            <a:ext cx="27432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1383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강태공·황석공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394959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5513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BC 11세기 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5394959"/>
            <a:ext cx="59436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5513831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육도삼략 — 전승 병법·통치학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역사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진한(秦漢) 시기 (BC 221~AD 220) — 제왕학의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"유가 + 법가의 결합 + 역사의 거울"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200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진(秦)의 통일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BC 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194560"/>
            <a:ext cx="78638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44144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한비자 법가의 전면 적용 → 14년 만에 멸망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3200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"법치만으로는 안 된다"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교훈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63239"/>
            <a:ext cx="78638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310127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진의 실패가 후대 제왕학의 출발점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3200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 무제의 결단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BC 141~87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931920"/>
            <a:ext cx="78638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17880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유가(儒家)를 국가 이념으로 채택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3200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사마천 『사기』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BC 91 완성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800600"/>
            <a:ext cx="78638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504748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인물 중심의 역사 서술 — 후대 모든 제왕학의 원형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3200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유향의 정치 일화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BC 1세기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5669280"/>
            <a:ext cx="78638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91616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『전국책』·『설원』·『신서』 — 정치 사례집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이 시기에 "외유내법(外儒內法)" — 겉은 유교, 속은 법가 — 패러다임 형성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역사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당대(唐代, 618~907) — 제왕학의 황금기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"정관(貞觀)의 치 — 중국 역사상 가장 모범적 통치"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당 태종 이세민 (599~649)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정관(貞觀)의 치(治) — 627~649 · 23년의 황금기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위징·방현령·두여회 등 명신의 활약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오긍(吳兢) 『정관정요(貞觀政要)』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동양 제왕학의 정점이자 표준 텍스트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이후 모든 동양 제왕학은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"정관의 치를 어떻게 재현할 것인가"의 변주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역사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송대(宋代, 960~1279) — 제왕학의 학문화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"단순 사례집에서 체계적 학문으로"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2860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사마광(司馬光)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1019~1086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194560"/>
            <a:ext cx="886968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7744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『자치통감(資治通鑑)』 — 1,084년 편찬 · 16기 294권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1,362년의 통사 — "다스림에 도움이 되는 거울"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22860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044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주희(朱熹)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1130~1200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611880"/>
            <a:ext cx="886968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7947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『자치통감강목(綱目)』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976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자치통감의 도덕적 재해석 — 성리학적 시각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2286000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218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진덕수(眞德秀)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1178~1235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5029200"/>
            <a:ext cx="886968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52120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『대학연의(大學衍義)』 — 43권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71500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『대학』 + 『자치통감』 결합 — 황제 교과서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역사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명청(明淸) 시기 (1368~1912) — 제왕학의 표준화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"국가 표준 교육 체계로 정착"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585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구준(丘濬)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1421~1495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194560"/>
            <a:ext cx="41148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5915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『대학연의보』 160권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194560"/>
            <a:ext cx="466344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23591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진덕수 책의 확장 — 명대 표준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장거정(張居正)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1525~1582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971800"/>
            <a:ext cx="41148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136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명대 재상의 황제 교육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971800"/>
            <a:ext cx="466344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1363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경연 제도의 정립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13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강희제(康熙帝)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1654~1722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749039"/>
            <a:ext cx="41148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9136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청대 황금기의 명군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749039"/>
            <a:ext cx="466344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91363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정관정요·자치통감 평생 학습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2627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902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옹정제(雍正帝)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032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1678~1735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4526279"/>
            <a:ext cx="41148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69087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강희의 학습 전통 계승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526279"/>
            <a:ext cx="466344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69087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제왕학 친저 다수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1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67527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건륭제(乾隆帝)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8756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1711~1799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303519"/>
            <a:ext cx="41148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546811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맑은 고딕"/>
              </a:rPr>
              <a:t>청 최성기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303519"/>
            <a:ext cx="466344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546811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60년 재위 · 어전 강의 일상화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텍스트 7종 — "이 책들에서 모든 것이 나왔다"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정관정요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94767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오긍 · 8세기 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828800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94767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동양 제왕학의 절대 표준 — 40편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자치통감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95728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5146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사마광 · 1084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395728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514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1,362년의 통사 — 16기 294권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62656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81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대학연의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962656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0815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진덕수 · 1264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962656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0815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황제 교과서 — 43권 · 세종 100독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9584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4845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한비자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529584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64845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한비 · BC 3세기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529584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484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법가 제왕학의 결정 — 55편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96512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1538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육도삼략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096512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2153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강태공·황석공 전승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4096512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421538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병법 제왕학 — 무경칠서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823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사기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66344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478231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사마천 · BC 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663440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478231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인물 중심 역사 — 130권 · 모든 일화의 원천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기타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5230368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3492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논어·맹자·전국책 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5230368"/>
            <a:ext cx="594360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53492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동양 정치사상의 보조 자료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정관정요(貞觀政要) — 동양 제왕학의 절대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오긍(吳兢, 670~749) · 8세기 초 · 10권 40편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당 태종과 신하들의 정치 문답을 주제별로 분류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군도·정체·임현·납간·군신감계·택관·성신·검약·인측·신소호·신언어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"1,300년 동안 동아시아 모든 군주의 필수 학습서"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한국·일본·베트남·청대 강희제·건륭제 모두 평생 학습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자치통감(資治通鑑) — 1,362년의 거울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사마광(司馬光, 1019~1086) · 1084 완성 · 16기 294권 · 편년체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주 위열왕(BC 403) ~ 후주 세종(959) — 1,362년의 통사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편년체(編年體) — 시간 순서로 서술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"자치통감" — 책 이름의 의미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資(자) — 도움이 되다 · 治(치) — 다스림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通(통) — 역대를 관통 · 鑑(감) — 거울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"다스림에 도움이 되고 역대에 통하여 거울이 되는 책" — 송 신종이 명명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대학연의(大學衍義) — 황제의 표준 교과서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진덕수(眞德秀, 1178~1235) · 1264 경연 진강 · 43권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"『대학』의 8조목을 자치통감 등의 사례로 풀어낸 책"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격물·치지·성의·정심·수신·제가·치국·평천하 + 역사 사례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조선에서의 위상 — "임금이 반드시 공부해야 하는 책"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세종이 100번 이상 완독 · 숙종·정조도 자주 인용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정관정요 = 사례집 / 대학연의 = 체계적 이론서 (양대 기둥)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한비자(韓非子) — 법가 제왕학의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한비(韓非, BC 280~233) · 한(韓)나라 공자 · 55편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法 (법)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0896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33101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명문화된 객관적 규칙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108960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3101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공개·평등·일관성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95928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970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術 (술)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995928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419709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군주가 신하를 다루는 통치술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995928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19709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은밀한 관리 기법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82896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840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勢 (세)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4882896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508406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군주의 위엄과 권세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882896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50840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지위에서 나오는 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"진시황이 한비자의 책을 읽고 ‘이 사람을 만나 죽어도 여한이 없다’"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진의 통일 사상적 토대 — 법가 제왕학의 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육도삼략(六韜三略) — 병법 제왕학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『육도(六韜)』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저자(전승) — 강태공(姜太公)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6편 60장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문도(文韜) — 정치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무도(武韜) — 군사 일반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용도(龍韜) — 장수의 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호도(虎韜) — 전투의 道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표도(豹韜) — 야전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견도(犬韜) — 보병·기병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『삼략(三略)』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저자(전승) — 황석공(黃石公) → 장량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3편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상략(上略) — 큰 그림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중략(中略) — 군주의 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하략(下略) — 책략과 응용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전쟁 + 군주의 통치 원리 종합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무경칠서(武經七書) 중 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핵심 텍스트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사기(史記) — 인물로 읽는 역사 · 제왕학의 보고(寶庫)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사마천(司馬遷, BC 145?~86?) · 130권 · 기전체(紀傳體)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278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본기(本紀)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108960"/>
            <a:ext cx="16459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2278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12편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108960"/>
            <a:ext cx="7040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22783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제왕의 일대기 — "역사를 움직인 자"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75887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세가(世家)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675887"/>
            <a:ext cx="16459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79475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30편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675887"/>
            <a:ext cx="7040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79475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제후의 일대기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열전(列傳)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242816"/>
            <a:ext cx="16459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36168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70편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242816"/>
            <a:ext cx="7040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36168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신하·장군·학자의 일대기 — 인물 중심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09744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286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표(表)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809744"/>
            <a:ext cx="16459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492861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10편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4809744"/>
            <a:ext cx="7040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92861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연표·계보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76672"/>
            <a:ext cx="2286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9554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서(書)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376672"/>
            <a:ext cx="16459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549554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8편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5376672"/>
            <a:ext cx="70408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549554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제도사 — 천문·역법·예악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"역사는 인물의 이야기다" — 동양 사관의 원형, 제왕학의 거의 모든 일화의 출처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동서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동양 제왕학 vs 마키아벨리 『군주론』 — 본질적 차이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828800"/>
            <a:ext cx="43891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마키아벨리 군주론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828800"/>
            <a:ext cx="448056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20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동양 제왕학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328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초점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5328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권력 유지 기술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33172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5328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군주 인격의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39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644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인간관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063239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2644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본래 악함 → 두려움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063239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26440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본래 선함 → 덕(德)으로 감화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95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핵심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794760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9959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"사랑보다 두려움"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9476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9959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"두려움보다 신뢰가 강하다"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274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도덕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52628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7274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결과가 수단을 정당화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526280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7274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수단도 도덕적이어야 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589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시간 척도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5257800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4589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단기 권력 유지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25780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54589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장기 안정과 후세 평가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190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모범 인물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98932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61904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체사레 보르자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5989320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61904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요·순·당 태종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동서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차이 — "권력 기술" vs "좋은 사람"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동양 제왕학은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"좋은 사람이 좋은 리더가 된다"는 확신 위에 서 있다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이것이 마키아벨리와의 결정적 차이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"덕(德)·인(仁)·예(禮)·법(法)을 종합한 통치의 도(道)"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덕(德) — 군주의 인격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인(仁) — 백성에 대한 사랑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예(禮) — 관계의 질서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법(法) — 명확한 규칙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이 넷을 종합한 "도(道)"가 동양 제왕학의 본질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유방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고조 유방(漢高祖 劉邦, BC 256~195)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최고 지도자의 모범 · 평민에서 황제로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劉
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출신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강소성 패현(沛縣)의 농민 출신 · 작은 정장(亭長)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술과 여자를 좋아하고 일은 게을렀던 보통 사람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거병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BC 209년 진의 폭정에 봉기 · 60세에 황제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통일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항우(項羽)와 4년 초한전쟁 끝에 BC 202년 천하 통일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한(漢)나라 건국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명장면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① 약법삼장(BC 206) · ② 자기 평가(BC 202) · ③ 백등산 탈출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유방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유방의 자기 평가 — "사람을 알아보고 쓸 줄 아는 능력"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BC 202년, 천하 통일 후 신하들 앞에서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책략(運籌)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017520"/>
            <a:ext cx="83210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7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내가 장량(張良)보다 못하다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30752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내정(行政)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730752"/>
            <a:ext cx="83210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8679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내가 소하(蕭何)보다 못하다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43984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81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군사(軍事)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443984"/>
            <a:ext cx="83210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58114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내가 한신(韓信)보다 못하다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"그러나 이 세 사람을 알아보고 쓸 줄 아는 것 — 내가 천하를 얻은 까닭"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"항우는 범증 한 사람조차 활용하지 못했으니, 이것이 그가 나에게 진 까닭"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당 태종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 태종 이세민(唐太宗 李世民, 599~649)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— 정관(貞觀)의 치(治)의 명군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太
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어두운 시작 — 현무문(玄武門)의 변(626)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형 이건성·동생 이원길을 직접 살해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아버지를 강제 양위하게 하고 즉위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→ 즉위 자체가 형제 살해의 도덕적 부담 위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평생의 자기 절제로 갚음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위징의 직간 수용, 자기 분노 다스림, 백성 살핌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정관의 치 (627~649)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중국 역사상 가장 모범적 통치 시대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위징과의 관계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본래 적이었던 자를 간의대부로 발탁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평생 200여 차례 직간 — "세 거울"의 일화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당 태종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"세 거울(三鏡)" — 위징 사후 태종의 통곡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위징(643년 사망) 사후 태종이 통곡하며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"以銅爲鑑 可以正衣冠"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구리로 거울을 삼으면 의관을 바로잡을 수 있고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"以古爲鑑 可以知興替"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옛것을 거울로 삼으면 흥망성쇠를 알 수 있고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"以人爲鑑 可以明得失"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사람을 거울로 삼으면 잘잘못을 알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"이제 위징이 죽으니 나는 거울 하나를 잃었구나"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56070"/>
                </a:solidFill>
                <a:latin typeface="맑은 고딕"/>
              </a:rPr>
              <a:t>비판하는 신하를 보배로 여긴 명군의 진수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진시황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 시황(秦始皇, BC 259~210) — 반면교사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"무력과 법으로 얻은 권력은 덕(德)으로 지키지 못하면 무너진다"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始
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위대한 능력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중국 최초의 황제 · 6국 통일 (BC 221)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도량형·문자·화폐·도로 통일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만리장성 건설 · 거대한 능력의 군주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자기 절제의 실패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분서갱유(BC 213~212) — 지식인 학살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만리장성·아방궁·여산릉 동시 추진 — 70~150만 동원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불로장생 추구 — 방사들에게 속아 수은 마심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법가 일변도 — 가혹한 형벌만 의존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진시황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결과 — 통일 14년 만의 멸망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6858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BC 221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26771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6국 통일 · 황제 등극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2286000" cy="6858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44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BC 213~212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880360"/>
            <a:ext cx="87782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04495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분서갱유 · 사상 통제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BC 210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657600"/>
            <a:ext cx="8778240" cy="685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822191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시황 사망 (50세) · 환관 조고 농단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994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BC 209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434840"/>
            <a:ext cx="8778240" cy="685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599431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진승(陳勝)·오광(吳廣)의 농민 봉기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7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7667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BC 206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212079"/>
            <a:ext cx="8778240" cy="685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5376671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유방이 함양 입성 → 진 멸망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"무력과 법으로 얻은 권력은 덕(德)으로 지키지 못하면 무너진다"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항우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항우(項羽, BC 232~202) — 재능은 있으나 사람을 잃은 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"천하 제일의 무인이 천하 제일의 외톨이가 되어 죽다"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項
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천하 명장의 능력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초나라 명문가 출신 · 무력 천하 제일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거록의 전투(BC 207) — 진의 주력군 격파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한때 천하 패권을 손에 쥠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결정적 실수 — 홍문연(鴻門宴, BC 206)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함양 진격 후 유방을 죽일 결정적 기회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책사 범증이 거듭 "죽이라!" 신호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 항우는 결단을 못 내려 유방을 살려 보냄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→ 이 한 번의 우유부단이 4년 후 자기 죽음의 원인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항우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비참한 최후 — 해하(垓下)·사면초가·패왕별희 (BC 202)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해하(垓下)에 한 군에 포위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사면초가(四面楚歌) — 사방에서 초나라 노래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사랑하는 우희(虞姬)와의 이별 노래 — 우희 자결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8B1A1A"/>
                </a:solidFill>
                <a:latin typeface="맑은 고딕"/>
              </a:rPr>
              <a:t>力 拔 山 兮 氣 蓋 世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역발산혜기개세 — "힘은 산을 뽑고 기개는 세상을 덮는다"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時 不 利 兮 騅 不 逝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시불리혜추불서 — "때가 이롭지 않으니 명마(騅)도 가지 않는구나"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오강(烏江)에서 부끄러워 자결 (31세)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강태공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강태공(姜太公) — 인재는 나이·출신을 따지지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"위수 강가의 70 노인 → 천하 재상"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56070"/>
                </a:solidFill>
                <a:latin typeface="맑은 고딕"/>
              </a:rPr>
              <a:t>주 문왕(文王) 시대 (BC 11세기)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70 노인이 위수 강가에서 곧은 낚시(미늘 없는 낚시)로 시간을 보내고 있었다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사람들이 비웃었으나 그는 답했다: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"나는 물고기를 낚는 것이 아니라 때(時)를 낚고 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사냥 나온 문왕이 그를 만나 대화하니 천하의 책략이 그의 머릿속에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문왕: "내 할아버지(太公)가 바라던 사람이다" → 태공망(太公望)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문왕 사후 무왕을 도와 은(殷) 주왕을 멸하고 주(周) 건국 (BC 1046)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강태공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강태공이 남긴 가르침 — 『육도(六韜)』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인재는 나이·출신·외모와 관계없다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70 노인의 머리에 천하의 책략이 들어 있다는 것을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알아본 문왕의 눈이 곧 주(周) 건국의 시작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현대적 교훈 — 외형보다 실력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학벌·간판·외모에 가려진 진짜 능력을 보라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무명·은퇴·노년의 사람 안에 보석이 있을 수 있다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"때를 낚는 자"를 알아보는 안목이 곧 리더의 자질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장량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장량(張良, BC 250?~186) — 참모의 정수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"한 줌의 곡식과 영구히 벼슬 없는 한가함을 원할 뿐"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張
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출신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한(韓)나라 5대 재상의 후손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진이 한을 멸한 후 진시황 암살 시도 (BC 218, 박랑사)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병법 전수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황석공(黃石公)에게서 『삼략(三略)』을 받음 (전설)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한 고조의 최고 책사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유방을 만나 천하 통일의 1등 공신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홍문연에서 유방을 살린 책략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결정적 전투의 모든 책략이 그의 머리에서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장량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공성신퇴(功成身退) — 떠날 때를 아는 자만이 살아남는다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천하 통일 후 — 유방이 권력과 부를 주려 함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장량은 모든 것을 사양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"한 줌의 곡식과 영구히 벼슬 없는 한가함을 원할 뿐"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산속에 들어가 신선술을 닦으며 천수(天壽)를 누림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한신과 정확히 반대되는 처신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장량 — 떠나서 살아남음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한신 — 머물러서 토사구팽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"공을 세우는 능력보다 공을 세운 후 처신이 더 어렵다"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한신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한신(韓信, BC ?~196) — 재능과 비극의 양면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"백만 대군을 다다익선(多多益善)으로 부린 천재"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韓
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처음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회음(淮陰)의 가난한 청년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빨래터 노파의 밥을 얻어먹음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과하지욕(跨下之辱) — 깡패의 가랑이 사이로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발탁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처음 항우 밑에 있다가 알아주지 않자 유방에게로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유방도 못 알아봐 떠나려 함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 소하월하추한신(蕭何月下追韓信)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→ 마침내 대장군 임명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천재성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"다다익선(多多益善)" — 백만 대군을 자유자재로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한신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토사구팽(兎死狗烹) — 공을 세운 후 처신의 어려움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한신은 자기 공을 자랑하고 자기를 낮출 줄 모름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유방: "그대는 얼마나 군대를 부릴 수 있는가?"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한신: "다다익선(多多益善) — 많을수록 좋다"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유방: "나는?" 한신: "10만 정도"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유방의 의심을 산 결정적 답변 → BC 196년 모반의 누명으로 처형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8B1A1A"/>
                </a:solidFill>
                <a:latin typeface="맑은 고딕"/>
              </a:rPr>
              <a:t>"狡 兎 死 走 狗 烹"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교토사 주구팽 — "날쌘 토끼가 죽으면 사냥개가 삶긴다"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"高 鳥 盡 良 弓 藏" — 높이 나는 새가 다 잡히면 좋은 활은 거두어진다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위징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위징(魏徵, 580~643) — 직간(直諫)의 영원한 모범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"평생 200여 차례 태종에게 직접 비판"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魏
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험난한 출세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당 건국기에 여러 군주를 거침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태자 이건성(태종의 형)의 모사(謀士)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이건성에게 "이세민을 죽이라"고 권한 인물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현무문 후 — 태종은 살리고 곁에 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"왜 내 형제 사이를 이간했느냐"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위징: "태자께서 제 말을 들으셨다면 오늘의 화를 당하지 않으셨을 것"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→ 두려움 없는 답에 태종 감복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→ 간의대부(諫議大夫)로 발탁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위징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"이 시골 늙은이를 죽이고 말겠다!" — 황후의 지혜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위징이 너무 심하게 간하여 태종이 화가 나 침전에서 황후에게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"이 시골 늙은이(村翁)를 죽이고 말겠다!"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황후 장손씨가 정장(正裝)으로 절을 올리며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"君 明 臣 直" — 군명신직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"임금이 현명해야 신하가 곧은 말을 합니다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위징이 곧은 말을 하는 것은 폐하가 명군이시기 때문이니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감축드립니다"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결정적 인물 8인 —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 고조 유방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476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256~195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28800"/>
            <a:ext cx="60350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9476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평민 황제 — 인재 활용의 모범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963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당 태종 이세민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4963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599~649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377440"/>
            <a:ext cx="6035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49631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정관의 치 — 비판 수용의 명군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449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진 시황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92608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044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259~210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26080"/>
            <a:ext cx="60350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04495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반면교사 — 무력만의 통치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935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항 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47472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593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232~202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474720"/>
            <a:ext cx="6035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59359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재능은 있으나 사람을 잃은 비극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42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강 태 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2336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1422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11세기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023360"/>
            <a:ext cx="60350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14223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인재는 나이를 따지지 않음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6908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장 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57200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6908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250?~186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572000"/>
            <a:ext cx="6035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6908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참모의 정수 — 공성신퇴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2064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39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한 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5120640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239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?~196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120640"/>
            <a:ext cx="603504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523951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천재와 토사구팽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69279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78815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위 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669279"/>
            <a:ext cx="22860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57881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580~643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5669279"/>
            <a:ext cx="6035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578815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직간의 영원한 모범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인물 — 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8인의 교훈 — 두 갈래의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성공의 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유방 — 사람을 알아보고 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당 태종 — 비판을 받아들임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강태공 — 때를 낚다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장량 — 공을 이루고 물러섬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위징 — 두려움 없이 직간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실패의 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진 시황 — 자기 욕망을 못 다스림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항 우 — 자기 능력만 믿음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한 신 — 떠날 때를 모름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공 통 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자기 정립의 실패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사람을 못 알아봄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비판을 안 들음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핵심 원리 — 동심원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"1번 수신 없이 나머지 6가지는 의미가 없다"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8288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476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위기의 결단력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476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결정적 순간의 판단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46888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587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민심이 천심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46888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5877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권력의 정당성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278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10896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278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공성신퇴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10896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2278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떠날 때를 알기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4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679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374904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867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법과 덕의 균형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74904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86791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통치의 두 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8912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079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3891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507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간언 수용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38912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50799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비판을 듣는 그릇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2920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48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50292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5148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인재 활용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02920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51480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사람을 쓰는 능력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6928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81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5669280"/>
            <a:ext cx="3200400" cy="5486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7881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수신(修身)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566928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57881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자기 정립 — 모든 것의 출발점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1번부터 7번까지 순서가 있는 단계 — 모두 연결된 한 그림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1 — 수신(修身)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"자기를 다스리는 자만이 남을 다스릴 수 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"자기 분노·욕망·게으름·편견을 못 다스리는 자가 어떻게 남을 다스리겠는가"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— 위징의 비판 앞에서 자기 분노를 다스림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진 시황 — 불로장생·과시 욕망 못 다스려 왕조 멸망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매일 자기 점검 시간 확보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분노 폭발 전 0.5초 멈추기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"내가 가장 다스려야 할 사람은 누구인가?" → 나 자신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2 — 인재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"사람을 알아보고 쓸 줄 아는 능력이 리더의 첫째 자질"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"혼자 잘하려는 리더는 망한다 — 각 분야 최고를 알아보고 적재적소에"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유방 — 장량·소하·한신 三傑을 알아보고 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 — 충신 범증 한 사람조차 활용 못 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 옆 사람은 무엇을 잘하는가"를 묻기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자기보다 잘난 사람을 두려워하지 말고 영입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人事(인사)가 萬事(만사) — 사람 쓰기가 모든 일의 시작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3 — 간언 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"비판하는 신하를 두려워 말고 곁에 두라"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"칭찬만 듣는 군주는 반드시 망한다 — 직간을 받아들일 그릇이 곧 군주의 그릇"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— 위징의 200여 차례 직간 수용 · "세 거울"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수 양제 — 직간자 모두 죽이거나 내쫓아 멸망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자기 곁에 솔직히 말해 주는 사람이 몇 명인가 점검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부하의 비판에 화내지 말고 감사 ("말해 주어 고맙다")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"예스맨"으로 둘러싸이는 순간 추락 시작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4 — 법(法)과 덕(德)의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"법으로 다스리고 덕으로 이끈다"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"한비자의 법치만으로도, 공자의 덕치만으로도 부족 — 둘이 함께"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 고조 — 약법삼장(約法三章) · "법은 단순하게 분명하게"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진(秦) — 가혹한 법치 일변도로 멸망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명확한 규칙(法) + 따뜻한 인정(德)의 균형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"원칙은 분명하게, 적용은 인간적으로"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처벌은 신속·분명하게, 격려는 자주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5 — 공성신퇴(功成身退)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"공을 세웠으면 물러설 줄 알라"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"토사구팽 — 큰 공을 세운 신하는 군주의 의심을 받기 쉽다"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장량 — 천하 통일 후 모든 권력 사양·산속으로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한신 — 다다익선 자랑하다 모반 누명·처형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큰 성공·승진·인정 받았을 때 더욱 자기를 낮춤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한 것이 아니라 우리가 한 것"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떠날 때를 아는 자가 진짜 능력자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6 — 민심이 천심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"백성의 마음을 잃으면 천하를 잃는다"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"무력·법·재력으로 권력을 얻을 수 있어도, 그것을 지키는 것은 오직 민심"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 고조의 군기 — 백성 재산 보호로 민심 얻음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항우의 약탈 — 백성에게 잔인하여 민심 잃음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"조직 구성원의 마음"을 알지 못하는 리더는 결국 외톨이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부하의 처지·고충을 알고 헤아리는 자세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"내가 옳다"가 아니라 "사람들이 어떻게 받아들이는가"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원리 7 — 위기의 결단력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"위기 때의 판단이 진짜 리더를 결정한다"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"평상시에는 누구나 리더로 보이지만, 위기에서 진짜 리더가 가려진다"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949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주유 — 적벽대전 결단 · 유방 — 백등산 탈출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34640"/>
            <a:ext cx="5394960" cy="11887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 — 홍문연에서 유방을 죽일 결단 못 내림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오늘의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결정적 순간 망설이는 리더가 가장 위험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"60~70% 정보로 결단하고, 나머지는 실행하며 보정"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결단 후에는 책임지는 자세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7대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7대 원리 통합 — "리더십은 기술이 아니라 인격"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"리더십은 기술이 아니라 인격이다"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인격은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① 자기 다스림에서 시작해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② 사람을 알아보고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③ 비판을 듣고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④ 균형을 잡고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⑤ 물러설 줄 알며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⑥ 민심을 헤아리고</a:t>
            </a:r>
          </a:p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⑦ 위기 때 결단할 줄 아는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— 7가지 그릇의 종합 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8대 리더 자질 — 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"1번이 없으면 모든 것이 무너지고, 8번이 없으면 모든 것이 변질된다"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828800"/>
            <a:ext cx="2743200" cy="5486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4767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자기 정립(正)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82880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9476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자기를 이긴 자만이 남을 이긴다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420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42316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5420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인재 안목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42316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542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사람 알아보는 능력이 첫째 자질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363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01752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136391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위임의 용기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01752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13639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알아봤으면 믿고 맡겨라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11879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307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3611879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7307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비판 수용력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611879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73075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직간하는 자가 진짜 친구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251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20624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32511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결단력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20624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43251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위기에 진짜 리더가 가려진다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0060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194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480060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91947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공정함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80060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4919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호오에 휘둘리는 순간 신뢰 잃는다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94960"/>
            <a:ext cx="64008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5138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5394960"/>
            <a:ext cx="27432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13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장기적 안목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39496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0" y="55138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5년 후를 보는 자가 5년을 산다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98932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1081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5989320"/>
            <a:ext cx="2743200" cy="5486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610819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물러섬의 지혜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5989320"/>
            <a:ext cx="75895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61081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잘 떠나는 것이 가장 어려운 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1 — 자기 정립(正)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자기 약점을 알고 다스리는 능력 — 모든 리더십의 근본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— 자기 분노를 위징 비판 앞에서 다스림
유방 — "나는 장량보다 못하다" 자기 한계 인정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 — 자기 능력을 자만하여 멸망
진 시황 — 자기 욕망 못 다스려 왕조 멸망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"지난 한 달 동안 내가 가장 후회하는 행동은?"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다른 사람을 가장 화나게 한 순간과 그 원인은?"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"내가 가장 약한 부분(분노·게으름·자만·편견·욕심)은?"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2 — 인재 안목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사람을 알아보는 눈 — 실력을 꿰뚫어 보는 능력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유방 — 한신을 처음 만나 알아봄 (소하 추천 수용)
주 문왕 — 70 노인 강태공을 한눈에
유비 — 제갈량 삼고초려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 — 한신이 자기 밑에 있을 때 알아보지 못함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 주변에 진짜 능력 있는 사람이 누구인가?"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"그 능력이 무엇인지 구체적으로 말할 수 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"나는 그를 알아보고 그에 합당한 기회를 주었는가?"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3 — 위임의 용기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알아본 사람을 진짜로 쓰는 능력 — "알아보고도 못 맡기면 안목이 무의미"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유방 — 한신에게 백만 대군 지휘권을 통째로 줌
당 태종 — 위징에게 직간의 자유 보장
세종 — 황희·맹사성에게 정사 위임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 — 범증의 책략을 듣지도 따르지도 않음
현대 마이크로매니저 — 시키고도 끝까지 간섭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다른 사람에게 진짜로 맡긴 일이 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"맡기고도 자꾸 들여다보고 있지 않은가?"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"부하의 실패를 한 번이라도 감싸 준 적이 있는가?"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4 — 비판 수용력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듣기 싫은 말을 듣는 그릇 — "이것이 없으면 예스맨에 둘러싸인다"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당 태종 — 황후의 지혜로 위징 비판 수용
"君明臣直 — 임금이 현명해야 신하가 곧다"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수 양제 — 직간자 모두 죽이고 멸망
현대 폐쇄적 CEO — 비판 듣고 보복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"최근 누가 나에게 솔직한 비판을 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"그때 내 반응은 어땠는가?"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"내 곁에 진짜 직언해 주는 사람이 몇 명인가?"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5 — 결단력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결정적 순간의 판단 — "위기에서 진짜 리더가 가려진다"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유방의 관중 진격
주유의 적벽대전 결단
이순신의 명량해전 ("12척으로 133척")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항우의 홍문연 — 결정적 기회에 망설여 놓침
현대 "더 검토해 보자"의 무한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"최근 한 달 내가 내린 가장 어려운 결단은?"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"결단을 미루다가 후회한 일이 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"결단 후 자꾸 흔들리지 않는가?"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6 — 공정함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호오에 휘둘리지 않는 평등한 대우 — "감정의 노예가 되지 않는 자기 통제"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제갈량의 읍참마속(泣斬馬謖)
— 자기가 가장 아끼던 마속을 울며 처형
당 태종 — 정치적 입장이 달랐던 위징을 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현대 사내 정치 — 친한 사람에게 좋은 자리
싫은 사람에게 부당한 처우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편애하는 사람이 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부당하게 박하게 대하는 사람이 있는가?"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"내 결정의 기준은 객관적인가, 감정적인가?"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7 — 장기적 안목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눈앞 이익에 흔들리지 않는 큰 그림 — "5년 후를 보는 자가 5년을 산다"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세종 — 한글 창제 (사대부 반대에도)
당 태종 — 단기 업적 욕심 자제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수 양제 — 대운하·만리장성 동시 추진으로 멸망
현대 분기 실적 매몰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최근 한 결정 중 단기 이익에 휘둘린 것은?"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"5년 후 이 결정이 어떻게 평가될까?"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"장기적으로 옳은 길과 단기적으로 편한 길 중 무엇을?"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자질 8 — 물러섬의 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시대와 자기 자리를 아는 것 — "잘 떠나는 것이 잘 시작하는 것보다 어렵다"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대표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장량 — 한 고조 통일 후 산속으로
범려 — 월왕 구천 패업 후 미련 없이 떠남
이순신 — "내 죽음을 적에게 알리지 말라"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반대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한신 — 공을 세우고도 떠나지 못해 토사구팽
권력 말기까지 매달리는 정치인·CEO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진단 질문 — 자기에게 물어보라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 후임자가 누구인지 분명한가?"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"내가 없어도 조직이 굴러가는가?"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"이 자리가 내 정체성의 전부는 아닌가?"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8대 자질 자가 진단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011680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3055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오늘 내가 가장 다스려야 할 사람이 누구인지 알고 있다 — 자기 정립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578608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697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내 옆 사람의 강점을 구체적으로 말할 수 있다 — 인재 안목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145536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2644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 사람에게 진짜로 권한과 책임을 맡긴 일이 있다 — 위임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039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712464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83133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내 곁에 솔직히 직언해 주는 사람이 1명 이상 있다 — 비판 수용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79392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708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279392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9826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최근 한 달 내가 책임지고 내린 결단이 있다 — 결단력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846320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9651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나의 결정 기준이 객관적이라 자신할 수 있다 — 공정함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13248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046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5413248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내 결정의 5년 후 결과를 한 번이라도 자문해 보았다 — 장기 안목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980176"/>
            <a:ext cx="5029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07161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5980176"/>
            <a:ext cx="10561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60990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나의 후임자가 누구인지 분명히 그릴 수 있다 — 물러섬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8대 자질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가장 중요한 한 가지 — 첫째 조건의 절대성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8가지 중 단 하나만 고르라면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400" b="1">
                <a:solidFill>
                  <a:srgbClr val="8B1A1A"/>
                </a:solidFill>
                <a:latin typeface="맑은 고딕"/>
              </a:rPr>
              <a:t>첫 번째 — 자기 정립(正)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"리더가 자기를 다스리지 못하면 다른 7가지는 모두 의미가 없다"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자기 분노를 못 다스리는 리더가 어떻게 공정하겠는가?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자기 욕심을 못 다스리는 리더가 어떻게 위임하겠는가?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자기 자만을 못 다스리는 리더가 어떻게 비판을 받아들이겠는가?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"수신(修身)이 곧 치국(治國)의 근본"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夫 運 籌 帷 帳 之 中
決 勝 千 里 之 外   吾 不 如 子 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부 운주유장지중 결승천리지외 오불여자방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군영에서 책략을 짜내어 천 리 밖의 승리를 결정짓는 것은 내가 장량보다 못하다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한 고조 유방, BC 202년 자기 평가 (사기 고조본기)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約 法 三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약 법 삼 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법은 단지 세 가지 — 살인은 사형, 상해·도둑은 처벌, 그 외 진의 법은 모두 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한 고조 유방, BC 206년 함양 입성 후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狡 兎 死   走 狗 烹
高 鳥 盡   良 弓 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교토사 주구팽 · 고조진 양궁장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날쌘 토끼가 죽으면 사냥개가 삶기고, 높이 나는 새가 다 잡히면 좋은 활은 거두어진다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한신, BC 196년 처형 직전의 한탄 (사기 회음후열전)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功 成 身 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공 성 신 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공을 이루었으면 몸을 물린다 — 장량이 한 고조 통일 후 권력 사양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장량의 처세 · 노자 9장에서 유래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以 銅 爲 鑑   可 以 正 衣 冠
以 古 爲 鑑   可 以 知 興 替
以 人 爲 鑑   可 以 明 得 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이동위감 가이정의관 · 이고위감 가이지흥체 · 이인위감 가이명득실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구리 거울로 의관을, 옛것을 거울로 흥망을, 사람을 거울로 득실을 안다 — 三鏡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당 태종, 위징 사후의 통곡 (정관정요)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맑은 고딕"/>
              </a:rPr>
              <a:t>四 面 楚 歌
力 拔 山 兮   氣 蓋 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사면초가 · 역발산혜 기개세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사방에서 초나라 노래 · "힘은 산을 뽑고 기개는 세상을 덮건만"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항우, BC 202년 해하의 마지막 노래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8B1A1A"/>
                </a:solidFill>
                <a:latin typeface="맑은 고딕"/>
              </a:rPr>
              <a:t>多 多 益 善   跨 下 之 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다다익선 · 과하지욕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"많을수록 좋다" — 한신의 군사 천재성 · "가랑이 사이의 모욕" — 한신의 인내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한신의 두 면모 (사기 회음후열전)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吾 釣 非 釣 魚   釣 時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오 조비조어 조시야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나는 물고기를 낚는 것이 아니라 때(時)를 낚고 있다 — 강태공의 곧은 낚시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강태공, 위수 강가에서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見 可 欲   則 思 知 足
…   罰 所 及   則 思 無 以 怒 而 濫 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견가욕 즉사지족 … 벌소급 즉사무이노이남형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十思 — 위징이 태종에게 올린 「諫太宗十思疏」 · 매일 점검할 10가지 자기 점검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위징, 정관 11년 「諫太宗十思疏」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君 君   臣 臣   父 父   子 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군 군 신 신 부 부 자 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임금은 임금답게, 신하는 신하답게, 부모는 부모답게, 자식은 자식답게 — 정명(正名)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공자, 논어 안연편 · 동양 제왕학의 근본 원리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제왕학 — 우리 역사의 두 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"세종과 정조 — 동양 제왕학을 자기 살로 만든 군주"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한국 제왕학의 특수성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성리학적 도덕주의가 강하게 결합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"임금이 곧 도덕적 모범이어야 한다"는 강한 윤리 의식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6400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3367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경연(經筵) — 임금이 신하들과 학문을 토론하는 자리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4663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2336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독특한 학습 제도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81728"/>
            <a:ext cx="6400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사관(史官)의 일거수일투족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4681728"/>
            <a:ext cx="4663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8006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임금의 자기 경계심 극대화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48656"/>
            <a:ext cx="6400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6752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신하의 직간을 자기 도덕 점검의 도구로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5248656"/>
            <a:ext cx="4663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5367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단지 받아들임이 아님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15584"/>
            <a:ext cx="64008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3445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대학연의 — 임금이 반드시 공부해야 하는 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5815584"/>
            <a:ext cx="4663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59344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세종 100번 완독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세종(世宗, 1397~1450) — 경연(經筵)의 임금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"즉위 32년 동안 경연 1,898회 — 한국사 어느 임금보다도 많은"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世
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학습의 화신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경연 1,898회 — 매주 한두 번 꼴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경연에서 다룬 책들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대학연의 · 정관정요 · 자치통감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근사록 · 심경 · 성리대전 · 소학 · 국조보감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  동양 제왕학의 모든 핵심 텍스트가 망라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대학연의 100번 완독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진덕수 『대학연의』를 평생 깊이 학습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세종 통치의 사상적 토대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세종의 결실 — 한글·과학·민본 정치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1443년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32004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3591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훈민정음 창제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5915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"백성을 위한" 정치의 정수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1420년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971800"/>
            <a:ext cx="32004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136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집현전 설치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4864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3639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 양성의 모범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과학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39"/>
            <a:ext cx="32004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91363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장영실 등 과학자 활용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4864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1363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 안목의 모범 — 노비 출신도 발탁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2627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9087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법제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526279"/>
            <a:ext cx="32004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69087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노비에게도 출산휴가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526279"/>
            <a:ext cx="54864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9087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동시대 어느 나라에도 없던 민본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03519"/>
            <a:ext cx="22860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농업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303519"/>
            <a:ext cx="32004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546811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농사직설 · 측우기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303519"/>
            <a:ext cx="5486400" cy="685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4681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 삶의 직접적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"세종은 동양 제왕학의 모든 원리를 한국에서 가장 완벽하게 구현한 군주"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정조(正祖, 1752~1800) — 학자 군주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"내가 더 이상 경들에게 배울 것이 없으니, 내가 직접 가르치겠다"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正
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사도세자의 비극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뒤주 사건(1762) — 11세에 직접 목격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깊은 상처를 평생 학문·정치로 승화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초계문신제(抄啟文臣制, 1781)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경연을 폐지하고 오히려 자신이 가르치는 자리로 전환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젊고 재능 있는 신하를 뽑아 정조가 직접 교육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규장각(奎章閣, 1776)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즉위 직후 국왕 직속 학술·정책 연구 기관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정약용·박제가·이덕무 등 실학자 등용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『홍재전서(弘齋全書)』 — 한국사 가장 학문적인 임금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정조는 단지 학습자가 아니라 저술가였다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000" b="1">
                <a:solidFill>
                  <a:srgbClr val="1F2A44"/>
                </a:solidFill>
                <a:latin typeface="맑은 고딕"/>
              </a:rPr>
              <a:t>『홍재전서(弘齋全書)』 — 184권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한국사에서 가장 학문적인 임금의 친저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"학문 자체가 통치"라는 정관정요·대학연의 정신의 가장 깊은 실천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수원 화성 건설 — 실학과 제왕학의 결합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탕평책 — 당파를 넘어선 인재 등용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신해통공(辛亥通共, 1791) — 시전 상인의 독점권 폐지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 제왕학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 제왕학의 결론 — 세종·정조의 공통점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학습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0312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30428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경연 1,898회 / 초계문신제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30428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"임금이 가장 많이 공부하는 사람"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90087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9125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자기 절제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990087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19125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신하의 직간을 자기 도덕 점검의 도구로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990087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912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"성리학적 도덕주의가 결합된 한국 제왕학의 특수성"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77055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3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인재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877055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078223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집현전 / 규장각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877055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078223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"노비 출신 장영실, 서얼 정약용까지 등용"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64023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65191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민본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764023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965191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훈민정음 / 탕평·통공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764023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965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"백성을 위한" 정치의 가장 강력한 두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50991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5215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기록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5650991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585215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실록 · 일성록 · 승정원일기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650991"/>
            <a:ext cx="50292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585215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"임금의 자기 경계심 극대화 — 세계사적 기록 문화"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"리더십은 기술이 아니라 인격의 표현"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6070"/>
                </a:solidFill>
                <a:latin typeface="맑은 고딕"/>
              </a:rPr>
              <a:t>서양 경영학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리더십 = 스킬(skill)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의사소통 기술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의사결정 모델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동기부여 이론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협상 전략 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동양 제왕학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리더십 = 인격(德)의 표현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"좋은 리더가 되려면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 좋은 사람이 되어야 한다"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"자기 분노를 못 다스리는 사람이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어떻게 부하의 분노를 다스리겠는가?"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77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"리더십은 혼자가 아니라 관계의 함수"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동양 제왕학의 모든 명장면 — 두 사람의 관계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유방-장량 · 태종-위징 · 문왕-강태공 · 유비-제갈량 · 세종-황희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혼자 잘난 리더는 없다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"누구를 곁에 두는가가 곧 리더의 운명을 결정한다"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항우 — 천하 명장이었지만 범증 한 사람을 못 지킴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유방 — 평범한 농민이었지만 삼걸을 알아보고 함께함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차이가 운명을 갈랐다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78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"리더십은 능력이 아니라 그릇의 문제"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"재능 있는 자는 천하에 많다 — 그러나 천하를 얻는 자는 드물다"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200" b="1">
                <a:solidFill>
                  <a:srgbClr val="1F2A44"/>
                </a:solidFill>
                <a:latin typeface="맑은 고딕"/>
              </a:rPr>
              <a:t>차이는 그릇의 크기에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칭찬을 들어도 자만하지 않는 그릇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비판을 들어도 화내지 않는 그릇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• 위기에도 흔들리지 않는 그릇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• 공을 이루어도 물러설 줄 아는 그릇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79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"역사는 반복된다, 그래서 옛 사례에서 배운다"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"2,000년 전 한 고조와 항우의 차이는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오늘날 어떤 두 CEO의 차이와 다르지 않다"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인간 본성과 권력의 역학은 변하지 않기 때문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"자만하는 자는 망하고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사람을 잃는 자는 무너지고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자기를 못 다스리는 자는 추락하고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떠날 때를 모르는 자는 비참해진다"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— 이 패턴은 어느 시대 어느 조직에서도 똑같이 반복된다 —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80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"리더십의 궁극은 사람의 마음"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"모든 권력의 시작과 끝은 사람의 마음"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무력으로 얻을 수 있어도 마음으로만 지킬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권력의 진짜 원천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부하의 신뢰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동료의 존경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사회의 사랑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돈으로 살 수 없지만 모든 권력의 진짜 원천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8B1A1A"/>
                </a:solidFill>
                <a:latin typeface="맑은 고딕"/>
              </a:rPr>
              <a:t>이를 망각한 모든 권력자는 결국 무너졌다 — 역사는 한결같이 증언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81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⑥ — "우리 모두가 어떤 의미에서 리더이다"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"제왕학은 황제만의 학문이 아니라 모두의 학문"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CEO·임원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926080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회사 구성원에 대한 리더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부서장·팀장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429000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팀에 대한 리더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5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선생님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931920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5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학생에 대한 리더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7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부모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434840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452627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자녀에 대한 리더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37759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2919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선배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937759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502919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후배에 대한 리더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40679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321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자영업자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5440679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553211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직원·고객에 대한 리더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43599"/>
            <a:ext cx="27432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035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자기 자신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943599"/>
            <a:ext cx="832104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6035039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 인생에 대한 리더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82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제왕학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강태공의 위수 낚시에서 진시황의 분서갱유까지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한 고조의 약법삼장에서 당 태종의 정관의 치까지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장량의 공성신퇴에서 한신의 토사구팽까지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— 2,000년 중국 흥망사의 결정적 인물 일화를 압축하여 —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"사람을 이끄는 자에게 진정 필요한 것은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 자기 인격 · 인재 안목 · 비판 수용력 · 결단력의</a:t>
            </a:r>
          </a:p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 8가지 자질"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— 짧지만 무게 있는 동양 리더십의 정수 —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83 / 84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가장 중요한 한 마디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4206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한 고조 유방이 자기 입으로 한 말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"리더는 자기 능력으로 일하는 자가 아니라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2400" b="1">
                <a:solidFill>
                  <a:srgbClr val="8B1A1A"/>
                </a:solidFill>
                <a:latin typeface="맑은 고딕"/>
              </a:rPr>
              <a:t> 사람의 능력을 끌어내는 자다"</a:t>
            </a:r>
          </a:p>
          <a:p>
            <a:pPr algn="l">
              <a:lnSpc>
                <a:spcPct val="12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4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모든 동양 제왕학이 결국 이 한 줄로 모인다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1000"/>
              </a:spcBef>
            </a:pPr>
            <a:r>
              <a:rPr sz="2000" b="1">
                <a:solidFill>
                  <a:srgbClr val="1F2A44"/>
                </a:solidFill>
                <a:latin typeface="맑은 고딕"/>
              </a:rPr>
              <a:t>"좋은 사람이 좋은 리더가 된다"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— 2,000년 흥망사가 가르치는 단 하나의 진실 —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修 身 治 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수 신 치 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"수신(修身)이 곧 치국(治國)의 근본이다"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— 동양 제왕학 2,000년이 가르치는 단 하나의 진실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사람은 누구나 어떤 의미에서 리더 — 그래서 제왕학은 모두의 학문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