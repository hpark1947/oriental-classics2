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0">
                <a:solidFill>
                  <a:srgbClr val="556070"/>
                </a:solidFill>
                <a:latin typeface="맑은 고딕"/>
              </a:rPr>
              <a:t>시대 이름을 만든 책 · 종횡가의 정수 · 12국 33편의 흥망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11247120" cy="1828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800" b="1">
                <a:solidFill>
                  <a:srgbClr val="1F2A44"/>
                </a:solidFill>
                <a:latin typeface="Batang"/>
              </a:rPr>
              <a:t>戰 國 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0">
                <a:solidFill>
                  <a:srgbClr val="8B1A1A"/>
                </a:solidFill>
                <a:latin typeface="맑은 고딕"/>
              </a:rPr>
              <a:t>전 국 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0">
                <a:solidFill>
                  <a:srgbClr val="556070"/>
                </a:solidFill>
                <a:latin typeface="Batang"/>
              </a:rPr>
              <a:t>風 蕭 蕭 兮  易 水 寒    壯 士 一 去 兮  不 復 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유향(劉向, BC 77~6) 편집 · 12국 33편 · 약 9만 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전국 시대 — BC 5세기 ~ BC 3세기 · 합종(蘇秦)과 연횡(張儀)의 정수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목 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9456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개요 — 전국책이란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9748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69748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시대 배경 — 약육강식의 200년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Ⅲ.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20040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책의 정체 — 유향의 편집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0332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Ⅳ.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70332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12국 33편의 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Ⅴ.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20624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11국 깊이 읽기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70916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두 주인공 — 소진·장의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Ⅶ.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21208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전국 사군자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19456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Ⅷ.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219456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의인·자객 — 인상여·형가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9748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269748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책사·명장 — 진을 만든 자들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20040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Ⅹ.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20040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종횡가의 사상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70332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70332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명구·고사성어 22선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20624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Ⅻ.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20624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진의 통일과 15년 멸망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70916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ⅩⅢ.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70916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후대 영향과 마무리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한눈에 보는 전국책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핵심 정보를 한 표로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920240" cy="521207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18288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서명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65960"/>
            <a:ext cx="96012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戰國策 — 「전국 시대의 책략(策)」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87168"/>
            <a:ext cx="1920240" cy="521207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8640" y="2532888"/>
            <a:ext cx="18288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편자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532888"/>
            <a:ext cx="96012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유향(劉向, BC 77~6) — 한 황실 도서관 관리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54096"/>
            <a:ext cx="1920240" cy="521207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3099815"/>
            <a:ext cx="18288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편찬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099815"/>
            <a:ext cx="96012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BC 1세기 한대 — 흩어진 자료 6종을 33편으로 정리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21024"/>
            <a:ext cx="1920240" cy="521207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48640" y="3666744"/>
            <a:ext cx="18288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분량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666744"/>
            <a:ext cx="96012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12국 33편 · 약 9만 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87952"/>
            <a:ext cx="1920240" cy="521207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시대 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233672"/>
            <a:ext cx="96012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전국 시대 (BC 5세기 ~ BC 3세기) · 약 200~300년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54880"/>
            <a:ext cx="1920240" cy="521207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8640" y="4800600"/>
            <a:ext cx="18288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대상국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800600"/>
            <a:ext cx="96012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동주·서주·진·제·초·연·조·위·한·송·위(衛)·중산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321808"/>
            <a:ext cx="1920240" cy="521207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48640" y="5367528"/>
            <a:ext cx="18288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체제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5367528"/>
            <a:ext cx="96012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책략 일화 모음 (국가별 정리)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888736"/>
            <a:ext cx="1920240" cy="521207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48640" y="5934455"/>
            <a:ext cx="18288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위상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5934455"/>
            <a:ext cx="96012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종횡가의 대표 문헌 · 시대 이름을 만든 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「戰國策」 — 시대 이름의 유래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책 이름이 — 시대 이름이 된 사례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본래의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이 시대는 본래 — 「전국(戰國)」 — 「전쟁하는 나라들」 — 이라는 단순한 표현으로 불렸다.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시대 이름이 — 아직 — 확립되지 않았다.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유향의 책 이름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한대 — 유향이 — 「戰國策」이라는 책 이름을 정함.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「전국 시대의 책략들」이라는 뜻.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시대 이름의 확립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후대가 — 이 책 이름을 보고 — 「전국책이 다룬 시대 = 전국 시대」라 부르기 시작.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오늘 우리가 쓰는 「전국 시대」, 「전국 7웅」 — 모두 — 이 책 한 권에서 나온 표현.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핵심 — 변론·외교·인간학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세 가지 키워드로 — 전국책의 정수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변론(辯論) — 종횡가의 언변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소진·장의 같은 종횡가가 — 말 한 마디로 천하를 움직였다.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동양 변론의 정수가 — 전국책에 모여 있음.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외교(外交) — 합종연횡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소진의 합종(合從) — 6국을 연합해 진(秦)에 대항.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장의의 연횡(連衡) — 6국을 각개 격파. 동양 외교의 — 가장 오래된 모델.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인간학(人間學) — 다양한 인간 군상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군주·재상·책사·자객·의인·식객·상인·환관 — 다양한 인물 등장.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각자의 욕망·전략·결단이 — 깊이 그려진 — 「난세의 인간학」.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시대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6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약육강식의 200년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 시대 — 200여 개국이 7웅으로 통합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시대의 시작과 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시작 — BC 453년 진(晉) 분할 / BC 403년 주 천자가 조·위·한을 제후로 인정.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끝   — BC 221년 진시황 천하 통일.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200년의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앞부분(BC 5세기) — 위(魏)가 최강. 이회·오기의 변법.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중반(BC 4세기) — 진·제가 양강. 상앙 변법 후 진의 부상.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후반(BC 3세기) — 진의 압도. 합종 vs 연횡. 결국 진의 통일.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전국 시대의 정수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약육강식(弱肉强食) · 합종연횡(合縱連衡) · 이합집산(離合集散).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200여 작은 제후국 → 7웅 → 하나의 천하.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시대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7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유세객의 황금기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신분·국적을 안 따지고 — 능력만으로 등용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인재 모집령(求賢令)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 효공의 — 「누구든 진을 강하게 할 자에게 — 땅과 작위를 주겠다」 칙령.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6국의 군주가 — 모두 — 비슷한 자세. 인재 시장이 — 천하에 열림.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「책략을 판다(賣策)」 — 유세객의 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 나라에서 다른 나라로 — 자기 책략을 — 군주에게 — 판다.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성공하면 재상·장군. 실패하면 굶어 죽음.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대표 유세객 — 모두 외국 출신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상앙(위 衛) · 장의(위 魏) · 범저(위 魏) · 여불위(한 韓) · 이사(초 楚) · 소진(주 周).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「능력 중심 사회」의 — 가장 오래된 동양적 원형.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시대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8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변법의 시대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옛 제도를 깨고 — 새 법을 만드는 시대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대표 변법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 이회(BC 5세기) — 7웅 중 가장 먼저. 위가 — 초기 최강.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초 오기(BC 4세기) — 초의 부강. 그러나 오기 사후 좌절.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 상앙(BC 359) — 가장 철저. 250년 후 진의 천하 통일의 토대.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조 무령왕 호복기사(BC 307) — 군사 개혁. 한 신불해 — 술(術) 사상.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변법의 사상적 기반 — 법가(法家)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옛 봉건 질서를 깨고 — 군주 중심의 중앙집권 체제로.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「변법한 나라가 강해지고, 변법 못 한 나라가 약해지는 시대」.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변법 주도자의 운명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상앙·오기·신불해 — 모두 — 비극적 최후.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옛 귀족의 미움을 — 피할 수 없었다. 「제도를 만든 자가 — 그 제도에 — 베인다」.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책의 정체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9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유향(劉向)의 편집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한대 황실 도서관에서 — 자료 6종을 — 한 책으로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편자 — 유향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유향(BC 77~6) — 한 황실 종친. 한 성제(成帝) 때 황실 도서관(秘書閣) 관리.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아들 — 유흠(劉歆). 부자 모두 — 한대 최고의 학자.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6종의 자료 → 1종의 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비서각에 — 전국 시대 책사들의 글이 — 흩어져 있었음.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「국책·국사·단장·사어·장서·수서」 — 6종 → 유향이 — 12국 33편으로 정리.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「전국책」이라는 이름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유향이 — 책 이름을 — 새로 지음. 「전국 시대의 책략들」.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자료 정리자일 뿐, 자기가 쓴 것은 아님. 진짜 저자는 — 전국 시대의 무명 책사들.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책의 정체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10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역사인가, 문학인가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두 얼굴을 가진 — 책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역사적 성격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전국 시대 — 200년의 — 외교·정치 사료.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사마천 「사기」, 사마광 「자치통감」 — 모두 — 전국 시대 부분이 — 전국책 기반.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문학적 성격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일화 중심 · 인물 묘사 · 대화 · 드라마.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책사들의 정교한 변설 · 비유·우화의 풍부함.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학자들의 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「역사 문학」 또는 「일화 사료」 — 사료로 보면 의심스럽고, 문학으로 보면 빛난다.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인간 본성·외교 책략의 정수로서는 — 영원한 가치.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Ⅳ. 12국 33편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11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12국 33편 — 국가별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11개 분권으로 11국 깊이 읽기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920240" cy="36991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18288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동주 1편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65960"/>
            <a:ext cx="96012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천자국 · 낙읍 · BC 249 멸망 — 안솔의 외교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5876"/>
            <a:ext cx="1920240" cy="36991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8640" y="2381596"/>
            <a:ext cx="18288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서주 1편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381596"/>
            <a:ext cx="96012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천자국 · 왕성 · BC 256 멸망 — 매달림 외교의 실패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51512"/>
            <a:ext cx="1920240" cy="36991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2797232"/>
            <a:ext cx="18288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진(秦) 5편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797232"/>
            <a:ext cx="96012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관중 · BC 221 천하 통일 — 상앙·장의·범저·여불위·이사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67149"/>
            <a:ext cx="1920240" cy="36991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48640" y="3212869"/>
            <a:ext cx="18288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제(齊) 6편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212869"/>
            <a:ext cx="96012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산동 · 분량 1위 · 위왕·맹상군·전단·노중련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582785"/>
            <a:ext cx="1920240" cy="36991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8640" y="3628505"/>
            <a:ext cx="18288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초(楚) 4편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3628505"/>
            <a:ext cx="96012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남방의 거대국 · 굴원의 비극 · 6리 사기로 약화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98421"/>
            <a:ext cx="1920240" cy="36991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8640" y="4044141"/>
            <a:ext cx="18288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조(趙) 4편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044141"/>
            <a:ext cx="96012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한단 · 호복기사 · 인상여·평원군 · 장평대전 40만 학살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14058"/>
            <a:ext cx="1920240" cy="36991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48640" y="4459778"/>
            <a:ext cx="18288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위(魏) 4편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4459778"/>
            <a:ext cx="96012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초기 최강의 추락 · 三人成虎 · 신릉군의 도부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29694"/>
            <a:ext cx="1920240" cy="36991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48640" y="4875414"/>
            <a:ext cx="18288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한(韓) 3편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4875414"/>
            <a:ext cx="96012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7웅 중 가장 작음 · 신불해·한비자·장량 · BC 230 가장 먼저 멸망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45330"/>
            <a:ext cx="1920240" cy="36991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48640" y="5291050"/>
            <a:ext cx="18288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연(燕) 3편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5291050"/>
            <a:ext cx="96012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북쪽 · 千金買骨 · 악의·형가 · 風蕭蕭兮易水寒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660967"/>
            <a:ext cx="1920240" cy="36991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48640" y="5706687"/>
            <a:ext cx="18288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송·위(衛) 1편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4600" y="5706687"/>
            <a:ext cx="96012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7웅 못 든 약소국 · 송 6개월 vs 위 800년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076603"/>
            <a:ext cx="1920240" cy="36991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48640" y="6122323"/>
            <a:ext cx="18288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중산 1편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6122323"/>
            <a:ext cx="9601200" cy="3241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백적 출신 · 조에 흡수 · BC 296 멸망 — 전국책의 마지막 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12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동주·서주책 — 천자국의 약자 외교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주(周) 천자의 마지막 두 후예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동주(東周) — 안솔(顔率)의 정교한 외교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진(秦)이 — 「구정(九鼎, 천자의 보물)을 달라」 위협. 동주 위기.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안솔 — 제(齊)를 끌어들임. 「구정을 제에 주겠다」. 제 군대 출동 → 진 후퇴.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그 후 안솔이 — 「구정 운반의 불가능」을 일일이 짚어 — 결국 제도 못 가져감.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「약자가 두 강대국을 — 외교로 — 모두 — 이용」한 정수.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서주(西周) — 매달림 외교의 실패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주 천자의 자존심을 — 잃은 외교. 강대국에 — 늘 굴종.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BC 256 — 진이 서주를 멸함. 천자국의 — 실질적 종말.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「약자의 외교 — 정교한 균형이 — 한 번 무너지면 — 끝」.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두 천자국이 주는 가르침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균형의 외교(동주) vs 매달림의 외교(서주) — 약자의 두 길.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작은 자의 — 자존심을 — 끝까지 — 어떻게 지킬 것인가.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13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진책 (1) — 상앙의 변법, 장의의 연횡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진의 부강과 외교의 토대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상앙(商鞅) — 변법의 시작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효공의 구현령에 응함. 세 차례 만남 → 「강병의 책」으로 사흘 식음전폐.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변법 — 십오연좌·군공작·분가·농전·천맥제·엄벌주의.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「徙木立信」 — 나무를 옮긴 자에게 50금. 신뢰의 정치의 시작.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상앙의 거열형 — 자기 법에 자기가 걸리다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효공 사후 — 태자(혜문왕)의 복수. 도주 중 객점에서 — 「身分증 없으면 못 받는다」.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자기가 만든 법에 — 자기가 — 걸림. 거열형. 가장 깊은 동양적 비극.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장의(張儀) — 연횡의 외교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「吾舌尙在」 — 매 맞은 후 「내 혀가 있느냐」. 자기 핵심 자산에 대한 자신감.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연횡(連衡) — 6국을 동서로 갈라 합종을 깨뜨림.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「6리 사기」 — 초 회왕에게 600리 약속 → 실제 6리. 초의 8만 군 — 전사.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14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진책 (2) — 범저·백기·여불위·이사·통일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진 250년의 정점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범저(范雎) — 「遠交近攻」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위제(魏齊)에게 매 맞고 측간에 던져짐. 도주 → 진 망명 → 재상.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원교근공 — 「먼 나라와 사귀고, 가까운 나라를 친다」.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진의 통일 — 정확히 가까운 한(BC 230) → 멀리 제(BC 221) 순서.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백기(白起)·여불위·이사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백기 — 「人屠」. 장평대전 40만 학살. 진의 통일 군사 토대. 자결.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여불위 — 「奇貨可居」. 자초를 정치 투자 → 진 재상. 노애의 난으로 자살.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이사 — 순자의 제자. 「諫逐客書」로 외국 인재 옹호. 「泰山不讓土壤」.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왕전(王翦)·진시황 — 천하 통일 BC 221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왕전 — 60만 대군. 「良田美宅」 청하여 자기 보호. 유일한 평온한 최후.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진왕 정 — 형가·고점리·장량 — 세 차례 암살 시도. 의심병의 시작.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BC 221 — 천하 통일. 「황제(皇帝)」 칭호 — 진시황.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15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제책 (1) — 위왕·추기·손빈·맹상군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동방의 강국 — 일화의 보고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제 위왕 — 「一鳴驚人」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즉위 9년 침묵 후 — 「3년 안 운 큰 새」 비유에 답: 「한 번 울면 사람을 놀라게 한다」.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큰 정치 개혁. 추기(鄒忌)의 「거울 일화」 — 「왕도 진실을 못 듣는다」 → 간언 모집령.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손빈(孫臏) — 「圍魏救趙」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옛 동학 방연(龐涓)에게 다리가 잘림. 후일 마릉(馬陵)에서 격파.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위(魏)를 포위해 — 조(趙)를 구하는 — 우회 전술의 정수.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맹상군(孟嘗君) — 식객 3000명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「鷄鳴狗盜」 — 진(秦) 함곡관 탈출. 개 도둑·닭 우는 자의 도움.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「모든 인재를 차별 없이 등용」 — 식객 정치의 정수.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16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제책 (2) — 풍훤·노중련·전단·소진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제의 의리·결단·부활의 정수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풍훤(馮諼) — 「狡兔三窟」·「賣義」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세 번 검을 두드린 식객. 설(薛) 땅 빚 문서를 — 모두 불태움. 「義를 사 왔습니다」.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교토삼굴 — 토끼는 세 굴을 판다. 위기 대비 — 세 가지 안전망.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노중련(魯仲連)·전단(田單)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노중련 — 「義不帝秦」. 진이 천자가 되려 하자 — 「동해에 빠져 죽으리라」.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전단 — 「火牛陣」. 소 1000마리 꼬리에 불을 붙여 — 70여 성 모두 회복.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「완전히 망한 후에도 — 부활은 가능」.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소진(蘇秦)의 최후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제에서 모함으로 거열형. 죽기 직전 — 자기 시신을 공개해 — 자객 모집.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결국 자기 자객을 찾아 복수. 「죽음 직전까지 — 자기 책략을 잊지 않는」 종횡가.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17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초책 — 강을·굴원·춘신군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남방의 거대국 — 진의 사기에 무너짐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강을(江乙) — 「狐假虎威」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여우가 호랑이 위세를 빌린 비유. 초 선왕에게 — 권신의 거짓 위세를 폭로.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「남의 위세를 — 자기 위세인 양 자랑하는 자」에 대한 가장 오래된 비판.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굴원(屈原) — 동양 시의 비극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장의의 6리 사기에 회왕이 속음. 굴원이 막으려다 — 모함당해 추방.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추방 중 「離騷」 — 동양 시문학의 정수. 회왕 객사 후 — 멱라강 자살.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단오절의 유래. 「충심을 알아주지 못한 군주에 절망한 의인의 정수」.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춘신군(春申君) — 사군자, 가장 가까운 자의 배신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고열왕을 진에서 탈출시킨 의리. 식객 3000명. 25년 재상.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만년 — 이원(李園)의 음모로 살해. 「가장 가까운 자가 가장 위험」.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18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조책 — 무령왕·인상여·평원군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북방의 강국 · 백기의 40만 학살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조 무령왕 — 호복기사(胡服騎射)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BC 307 — 한족 옷 폐지, 북방 유목민의 짧은 옷·바지 채택. 기마 군단.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중산(中山) 멸함. 그러나 — 사구궁에서 — 후계 분쟁으로 굶어 죽음.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「큰 위업의 끝은 — 후계 관리」.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인상여(藺相如) — 천하 최고의 외교가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「완벽귀조」 — 화씨벽을 — 완전한 채로 조로 돌려보냄. 「완벽」의 출전.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「민지지회」 — 진왕·조왕 회견에서 — 진왕의 모욕을 — 한 마디로 막음.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「문경지교」·「부형청죄」 — 인상여와 염파의 깊은 우정.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조괄의 「紙上談兵」 — 장평의 비극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책으로만 병법 외운 자. 진의 이간책에 — 염파 대신 사령관.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BC 260 — 백기에게 — 40만 학살. 조 — 회복 불가능한 타격.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평원군·모수자천 — 모수가 칼을 짚고 초왕을 설득, 조 구원.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19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위책 — 문후·삼인성호·신릉군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초기 최강의 추락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위 문후 — 7웅 중 가장 먼저 변법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이회 변법·오기 군사 개혁·서문표 미신 타파. 위 — 천하 최강.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그러나 혜왕 시기 — 인재 못 알아봄.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상앙·장의·범저·여불위·위료 — 모두 위 출신 → 모두 진으로.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「三人成虎」·「五十步百步」·「南轅北轍」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삼인성호 — 「거짓도 세 번 반복되면 사실」. 가짜 뉴스 경고.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오십보백보(맹자) — 「50보 도망간 자가 100보 비웃지 마라」.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남원북철 — 「초로 가는데 수레는 북쪽으로」. 방향 잘못된 노력.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신릉군 — 도부 구원(竊符救趙)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한단 위기에 — 여희가 병부를 훔침. 주해가 진비를 침. 조 구원.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「의리를 — 왕명보다 우선」.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 — BC 225 대량 수공으로 멸망.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20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한책 — 신불해·한비자·장량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7웅 중 가장 작은 강국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신불해 변법·소진의 한 유세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신불해 — 한 소후 시기. 법가 「술(術)」 사상 — 군주의 비밀 통제 기술.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소진의 한 선혜왕 유세 — 「寧爲鷄口 無爲牛後」 — 「닭의 입이 될지언정 소의 꼬리는 안 된다」.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한비자(韓非子)의 비극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한의 공자. 법가의 집대성. 이사의 동학(순자 제자).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진왕 정이 — 한비자의 책을 보고 감복. 한이 — 한비자를 사신으로 보냄.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이사가 모함 → 옥에 갇힘 → 이사가 보낸 독약을 — 변호 기회 없이 마심. BC 233 자살.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장량(張良)의 박랑사·한의 멸망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BC 218 — 120근 큰 망치로 진시황 수레를 침. 빗나감. 도주.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후일 — 한 고조 유방의 책사가 됨. 한의 옛 원수를 새 한(漢)으로 갚음.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 — BC 230 — 6국 중 가장 먼저 멸망.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21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연책 — 곽외·악의·형가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의리의 나라 · 風蕭蕭兮易水寒의 무대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곽외(郭隗) — 「千金買骨」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연 소왕에게 — 죽은 천리마 뼈를 500금에 산 임금 비유.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「먼저 저(곽외)부터 깊이 대우하십시오」 — 「先始於隗」.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결과 — 악의·추연·극신·소대 — 천하의 인재가 모두 연으로.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악의(樂毅) — 5국 합종, 70여 성 함락 → 5년 인내 → 의심병의 비극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제 70여 성 — 6개월에 함락. 즉묵·거 두 성 — 5년 굳게 포위.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혜왕의 의심 → 조로 망명 → 전단의 화우진으로 제 부활.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「보연혜왕서」 — 「옛 군자는 — 절교할 때도 — 험담하지 않는다」.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형가(荊軻) — 「風蕭蕭兮易水寒」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번오기 자결로 머리 제공·전광 자결·고점리 축. 역수의 송별.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진왕 앞에서 「圖窮匕見」 — 지도 끝의 단검. 빗나감. 형가 죽음.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한국 독립운동가(안중근·윤봉길·이봉창)의 정신적 조상.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22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송·위·중산책 — 사라진 약소국들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7웅에 못 든 자들의 두 가지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송(宋) — 「桀宋」의 6개월 멸망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옛 은(殷)의 후예. 송 강왕의 폭정 — 「하늘과 싸워 이길 자」 자만.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BC 286 — 제 민왕의 침공으로 — 6개월 만에 멸망.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「揠苗助長」(알묘조장) — 벼를 손으로 잡아당겨 — 모두 시듦.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위(衛) — 분수를 지킨 800년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영토 100리. 모든 강대국에 굴종 외교. 자기가 작음을 — 알았다.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천하 통일(BC 221) 후에도 — 12년 더 살아남음. BC 209 진 2세 때 명목 소멸.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상앙·오기·여불위 — 모두 위(衛) 출신. 「인재 수출국」.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중산(中山) — 전국책의 마지막 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백적(白狄) 출신. 조의 영토 한가운데 「가시」. BC 296 조 무령왕에 멸망.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「사라진 작은 나라의 — 마지막 기록」 — 책 끝의 가장 깊은 메시지.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송 6개월 vs 위 800년 — 약자의 두 길. 「자기 분수를 — 정확히 알라」.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두 주인공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23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소진의 합종(合從)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한 사람이 — 6국 재상이 된 사건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가난한 책사 → 6국 재상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낙양 출신. 귀곡자의 제자. 처음 진(秦) 유세 — 실패.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집에 돌아오니 — 아내·형수가 — 무시. 「가난한 책사」로 — 비웃음.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「懸樑刺股」 — 송곳으로 허벅지 찌르며 공부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1년 동안 — 들보에 머리를 매달고, 허벅지를 — 송곳으로 찌르며 책을 — 읽음.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「고통도 마다 않는 — 학습 의지」의 가장 강렬한 표현.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6국 합종 — 인류 역사상 가장 큰 단일 외교 성공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연·조·한·위·제·초 — 6국 동맹. 「6국이 — 남북으로 — 진에 — 대항」.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소진 — 한 몸으로 — 6국 재상 겸임. 진 — 15년 동안 — 함곡관 동쪽으로 못 나옴.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두 주인공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24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소진의 영광과 비극 — 「前倨後恭」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인심의 변화에 대한 가장 깊은 통찰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고향 귀환의 영광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낙양에 돌아옴. 가족·마을 — 30리 밖 영접.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형수가 — 무릎으로 기어와 사죄. 「전에 가난한 책사라 무시했으나 — 이제는 6국 재상의 형수」.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「前倨後恭」 — 전에는 거만, 지금은 공손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소진의 한탄 — 「같은 사람이 — 부귀하면 친척이 두려워하고, 가난하면 가볍게 본다」.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세상 인심의 — 차가운 진실. 오늘 — 부귀빈천에 따른 인간 관계의 변화 경고.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비극적 최후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장의의 연횡으로 — 합종 자연 해체. 소진 — 제(齊)에서 모함당해 거열형.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죽기 직전 — 「내 시신을 — 공개해 — 자객 모집」 — 마지막 책략.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결국 자기 자객을 찾아 — 복수. 「죽음 직전까지 — 자기 책략을 잊지 않은」 종횡가.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두 주인공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25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장의의 연횡(連衡) vs 합종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국제 정치의 영원한 두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장의(張儀) — 「吾舌尙在」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위(魏) 출신. 소진의 동학. 초의 연회에서 — 매 맞고 쫓겨남.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아내에게 — 「내 혀가 있느냐?」 — 「있습니다」 — 「됐다」.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자기 핵심 자산에 대한 자신감의 정수.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「6리 사기」 — 외교에는 도덕이 없다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초 회왕에게 — 「제와 단교하면 600리」 약속 → 실제 6리.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초 회왕의 격노 → 단도 전투 — 초군 8만 전사. 굴원의 비극과 연결.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합종 vs 연횡 — 영원한 두 전략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합종 — 약자 연합 vs 강자. 연횡 — 강자가 약자들을 개별 회유·분열.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결과 — 장의의 연횡이 — 승리. 진의 천하 통일.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오늘 — EU·NATO·ASEAN vs 미·중 양자 외교 — 그 변주.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전국 사군자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26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전국 사군자 — 식객 정치의 정수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3000명 식객의 시대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네 사람 — 사군자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맹상군(齊) — 가장 유명. 식객 3000명.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평원군(趙) — 모수자천의 무대.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신릉군(魏) — 도부 구원의 의인.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춘신군(楚) — 만년 비극.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식객 정치란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인재를 자기 집에 모셔두고 — 먹고 살게 — 해주는 대신 — 필요할 때 도움.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학자·책사·검객·미술가·점쟁이·도둑 — 모두 식객. 「모든 인재를 — 차별 없이」.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「다양성 채용」·「잠재력 인정」의 — 가장 오래된 동양적 원형.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 조직이 — 큰 일을 — 하려면 — 다양한 인재가 — 필요하다.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전국 사군자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27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맹상군과 풍훤 — 「鷄鳴狗盜」와 「賣義」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식객의 두 가지 정수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맹상군 — 「鷄鳴狗盜」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진(秦)에 잡힘 → 식객 중 — 개처럼 도둑질하는 자가 — 진왕 총비에게 호백구를 훔쳐줌.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함곡관 — 닭 우는 소리 흉내내는 자가 — 「꼬끼오!」. 다른 닭들이 따라 울고 — 관문 열림.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「모든 인재가 — 때가 되면 쓸모가 있다」.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풍훤(馮諼) — 「賣義」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세 차례 — 검을 두드리며 한탄. 맹상군이 — 모두 들어줌.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설(薛) 땅 빚 받기 — 자청. 빚 문서 — 모두 — 불태움. 「義를 사 왔습니다」.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후일 맹상군 추방 시 — 설 백성 30리 밖 영접. 장기적 안목의 정수.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「狡兔三窟」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「토끼는 — 세 굴을 — 판다」. 풍훤이 — 맹상군을 위해 — 세 가지 안전망 마련.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오늘 — 「위기 대비의 다중화」, 「리스크 분산」의 원리.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전국 사군자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28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신릉군·평원군·춘신군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의리·자천·배신의 세 가지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신릉군 — 도부 구원(竊符救趙)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한단 위기에 — 안리왕이 군대 안 보냄. 여희가 — 병부를 — 훔침.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주해가 — 40근 망치로 — 진비를 침. 신릉군 — 조 구원.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「의리를 — 왕명보다 — 우선」.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평원군·모수자천(毛遂自薦)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모수 — 「송곳은 자루에 — 있어도 — 결국 — 뚫고 나온다(囊中之錐)」.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초에 가서 — 칼을 짚고 — 초왕 설득. 조 구원.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「자기를 — 적극 알리는 자세」의 정수.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춘신군 — 「가장 가까운 자의 배신」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초 고열왕을 진에서 탈출시킨 의리. 25년 재상.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만년 — 이원(李園)의 음모로 살해. 자기가 가장 신뢰한 자에게 — 당함.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「가장 가까운 자가 — 가장 위험할 수 있다」 — 영원한 경고.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의인·자객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29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인상여 — 「完璧」·「文頸之交」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조의 자존심을 — 한 사람이 — 지킴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「完璧歸趙」 — 한국어 「완벽」의 출전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진왕이 — 화씨벽을 — 빼앗으려 함. 인상여 — 「옥에 흠이 있어 보여드리겠다」 — 다시 받음.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기둥에 머리 박을 듯 — 「옥과 함께 부숴버리겠다」 위협. 진왕 — 양보.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화씨벽이 — 완전한 채로 — 조에 돌아옴.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「澠池之會」 — 진왕의 모욕을 막다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진왕이 — 조왕에게 — 거문고를 — 타라 모욕.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인상여 — 진왕에게 — 「그러면 진왕도 — 장구를 — 치십시오」. 진왕 — 양보.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「文頸之交」·「負荊請罪」 — 염파와의 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염파의 격분 — 「입만 놀린 인상여가 나보다 위라니」. 인상여 — 피함.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「둘이 다투면 — 진이 — 조를 침공한다」 — 깨달은 염파 — 가시나무 등에 지고 사죄.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「개인 감정을 — 국가 이익보다 — 먼저 두지 않는다」.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의인·자객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30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형가 — 「風蕭蕭兮易水寒」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동양 비장미의 정수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네 의인의 결단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번오기 — 자기 칼로 자기 목을 끊어 — 머리 제공. 「아침저녁으로 진왕을 죽이고 싶었다」.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전광 — 「의심받은 자는 살 가치가 없다」 — 자결.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형가 — 「風蕭蕭兮易水寒 / 壯士一去兮不復還」. 고점리의 축.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진왕 암살 — 「圖窮匕見」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지도가 펴진 끝에 — 숨겨진 단검. 진왕 — 빗나감.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형가 죽기 직전 — 「산 채로 잡아 약속받으려 해 — 실패했다」.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고점리도 후일 축에 납 넣어 시도. 실패.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한국 독립운동가의 정신적 조상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안중근(1909) — 이토 히로부미 저격. 윤봉길·이봉창 — 모두 형가의 후예.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「의리를 위한 죽음」 — 굴원과 함께 — 동양 의리의 양대 상징.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2,200년의 시간을 — 넘어 — 한국으로 — 이어진 의리.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책사·명장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31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진을 만든 다섯 책사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모두 외국 출신 · 대부분 비극적 최후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920240" cy="521207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18288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상앙(商鞅)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65960"/>
            <a:ext cx="96012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위(衛) 출신 — 변법으로 부강의 토대 — 거열형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87168"/>
            <a:ext cx="1920240" cy="521207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8640" y="2532888"/>
            <a:ext cx="18288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장의(張儀)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532888"/>
            <a:ext cx="96012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위(魏) 출신 — 연횡으로 합종 깨뜨림 — 위에서 사망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54096"/>
            <a:ext cx="1920240" cy="521207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3099815"/>
            <a:ext cx="18288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범저(范雎)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099815"/>
            <a:ext cx="96012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위(魏) 출신 — 원교근공 — 채택에 자리 양보, 평온한 은퇴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21024"/>
            <a:ext cx="1920240" cy="521207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48640" y="3666744"/>
            <a:ext cx="18288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여불위(呂不韋)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666744"/>
            <a:ext cx="96012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한(韓) 출신 상인 — 진시황 옹립 · 『여씨춘추』 — 자살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87952"/>
            <a:ext cx="1920240" cy="521207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이사(李斯)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233672"/>
            <a:ext cx="96012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초(楚) 출신 — 통일 완성 · 諫逐客書 — 거열형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54880"/>
            <a:ext cx="1920240" cy="521207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8640" y="4800600"/>
            <a:ext cx="18288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정수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800600"/>
            <a:ext cx="96012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「徙木立信·連衡·遠交近攻·奇貨可居·諫逐客書」 — 진의 5대 정책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321808"/>
            <a:ext cx="1920240" cy="521207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48640" y="5367528"/>
            <a:ext cx="18288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명구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5367528"/>
            <a:ext cx="96012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「泰山不讓土壤 故能成其大 / 河海不擇細流 故能就其深」 — 이사 諫逐客書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888736"/>
            <a:ext cx="1920240" cy="521207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48640" y="5934455"/>
            <a:ext cx="18288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패턴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5934455"/>
            <a:ext cx="96012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「권력의 도구를 만든 자가 — 결국 — 그 도구의 희생자」가 되는 비극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책사·명장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32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전국 시대의 명장들 — 백기·왕전·악의·전단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진의 무력 vs 부활의 정수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백기(白起) — 「人屠」 · 장평대전 40만 학살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30년 — 70여 전 무패. 이궐(24만)·화양(15만)·장평(40만) — 3대 학살.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한단 포위 거부 → 진 소왕의 의심 → 자결.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「40만 학살의 죗값 — 충분히 죽어야 한다」.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왕전(王翦) — 「良田美宅」의 자기 보호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60만 대군으로 초 정벌. 출정 도중 — 「좋은 농지·아름다운 집」을 5번 청함.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「진왕의 의심병을 — 재물 청하기로 안심시킨다」.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 명장 중 — 유일한 평온한 최후.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악의(樂毅)·전단(田單)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악의 — 5국 합종군 사령관. 제 70여 성 — 6개월에 함락. 혜왕의 의심 → 조로 망명.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전단 — 「火牛陣」 — 소 1000마리에 칼을 묶고 꼬리에 불을 붙임. 70여 성 모두 회복.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「완전히 망한 후에도 — 부활은 가능」.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Ⅹ. 종횡가의 사상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33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종횡가(縱橫家)란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귀곡자의 학파 · 합종 + 연횡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합종(合縱) + 연횡(連衡)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합종 — 남북으로 합한다. 약소국 연합 vs 강대국.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연횡 — 동서로 연합한다. 강대국·약소국 — 개별 동맹.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귀곡자(鬼谷子) — 종횡가의 시조. 소진·장의의 스승.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종횡가의 정수 5가지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언변 — 말 한 마디로 천하를 움직임.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책략 — 정교한 외교 책략.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인간 심리 통찰 — 군주의 욕망·약점 파악.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타이밍 — 때를 정확히 읽음. 유연성 — 한 입장 고집 안 함.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다른 학파와의 차이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유가 — 도덕 정치. 법가 — 법치. 도가 — 무위.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종횡가 — 「실용 외교」 학파. 「한 사람의 한 마디가 — 천하를 좌우」.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Ⅹ. 종횡가의 사상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34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종횡가의 평가와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도덕 vs 책략의 — 영원한 딜레마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긍정적 평가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언변의 정수 — 동양 변론의 가장 깊은 모범.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외교 책략의 정교함 — 오늘날 국제 정치의 원형.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인간 심리 통찰 — 다양한 인간 본성에 대한 깊은 이해.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부정적 평가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도덕성 부족 — 「의리」보다 「이익」 추구.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거짓·기만의 사용 — 장의의 「6리 사기」 같은 사례.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인간 관계의 도구화 — 인간을 — 외교 도구로 봄.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영원한 영향과 오늘의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맹자의 비판 — 「종횡가의 변론은 — 도리에 어긋난다」.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그러나 — 후대 모든 외교·정치에 — 깊이 남음.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국제 외교·협상학·전략적 사고 — 모두 — 종횡가의 정수. 마키아벨리 「군주론」과 통함.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35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完璧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(1) 完 璧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完 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완   벽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완전한 옥(璧). 하나도 흠 없이 완전함.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인상여가 — 화씨벽을 — 완전한 채로 — 조에 돌려보냄(完璧歸趙).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한국어 「완벽」의 출전. 「자기 자리에서 — 끝까지 — 완전함을 지키는 자세」.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(2/22)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36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鷄鳴狗盜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(2) 鷄 鳴 狗 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鷄 鳴 狗 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계 명 구 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닭 우는 소리 흉내내는 자, 개처럼 도둑질하는 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맹상군이 — 진에서 탈출할 때 — 두 식객의 도움. 호백구 도둑 + 닭 우는 소리.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모든 인재를 — 차별 없이 등용. 다양성 채용·잠재력 인정의 정수.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(3/22)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37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毛遂自薦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(3) 毛 遂 自 薦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毛 遂 自 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모 수 자 천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모수가 — 자기를 — 천거하다.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평원군의 식객 모수 — 자기를 자청. 초왕 설득해 — 조를 구원.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셀프 PR·자기 능력의 적극 알림. 「자루 속 송곳은 — 결국 뚫고 나온다(囊中之錐)」.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(4/22)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38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刎頸之交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(4) 刎 頸 之 交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刎 頸 之 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문 경 지 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목을 자를 정도의 — 절친한 사귐.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인상여와 염파의 깊은 우정. 서로를 위해 — 목을 자를 정도.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「진정한 우정」의 가장 오래된 동양적 모범.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(5/22)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39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負荊請罪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(5) 負 荊 請 罪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負 荊 請 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부 형 청 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가시나무 채찍을 — 등에 지고 — 죄를 청한다.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염파가 — 인상여에게 — 진심으로 사죄. 잘못을 — 자기 몸으로 — 인정.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진정성 있는 사과의 정수. 책임자의 진정한 자세.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(6/22)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40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前倨後恭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(6) 前 倨 後 恭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前 倨 後 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전 거 후 공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전에는 — 거만하다가, 지금은 — 공손하다.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소진의 형수 — 가난할 때 무시 → 부귀해지자 무릎으로 기어옴.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부귀빈천에 따른 인간 관계의 변화에 대한 가장 깊은 경고.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(7/22)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41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懸樑刺股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(7) 懸 樑 刺 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懸 樑 刺 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현 량 자 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들보에 머리를 매달고, 허벅지를 — 찌른다.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소진이 — 졸음을 깨우려고 — 자기 허벅지를 — 송곳으로 — 찌른 일화.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「자기 극한까지의 — 노력」의 가장 강렬한 동양적 표현.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(8/22)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42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圍魏救趙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(8) 圍 魏 救 趙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圍 魏 救 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위 위 구 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위(魏)를 포위해서 — 조(趙)를 — 구한다.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손빈의 책략. 직접 조를 구하지 않고 — 위의 수도를 위협해 후퇴시킴.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「우회 전술」의 정수. 직접 해결이 안 될 때의 — 간접 공격.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(9/22)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43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風蕭蕭兮易水寒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(9) 風 蕭 蕭 兮  易 水 寒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風 蕭 蕭 兮  易 水 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풍 소 소 혜  역 수 한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바람은 쓸쓸하고 — 역수는 차갑다.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형가가 — 진시황 암살을 떠나는 길 — 역수 강가에서 — 부른 노래.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자객 정신의 동양적 정수. 「의리를 위한 결단」.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(10/22)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44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紙上談兵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(10) 紙 上 談 兵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紙 上 談 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지 상 담 병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종이 위에서 — 군사를 — 논한다.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조괄 — 책으로 병법은 알았으나 실전 없음. 장평에서 — 40만 군 학살.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「탁상공론」·「실전 없는 이론가」의 — 가장 강렬한 경고.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(11/22)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45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漁夫之利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(11) 漁 夫 之 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漁 夫 之 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어 부 지 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어부의 이익.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조개와 도요새가 — 다투다 — 어부에게 — 둘 다 — 잡힘.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「둘이 다투면 — 제3자가 — 이익」. 경쟁 소모전의 위험.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(12/22)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46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狐假虎威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(12) 狐 假 虎 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狐 假 虎 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호 가 호 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여우가 — 호랑이의 위세를 — 빌린다.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강을(江乙)의 비유. 여우가 호랑이 뒤에서 — 자기를 — 무서워한 것이라 — 자만.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「남의 위세에 — 기대는 자」의 — 가장 오래된 비판.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(13/22)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47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蛇足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(13) 蛇 足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蛇 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사   족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뱀의 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뱀을 가장 먼저 그린 자가 — 「발도 그릴 수 있다」고 자만 → 술잔을 빼앗김.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필요 없는 것을 — 더해서 — 일을 — 망친다. 한국어 「사족」의 출전.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(14/22)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48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朝三暮四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(14) 朝 三 暮 四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朝 三 暮 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조 삼 모 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아침에 셋, 저녁에 넷.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원숭이에게 도토리를 「아침 3 저녁 4」 → 화냄. 「아침 4 저녁 3」 → 좋아함. 총량 같음.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「프레이밍 효과」의 가장 오래된 동양적 표현. 같은 일도 — 제시 방법이 — 결과를 — 좌우.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(15/22)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49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一鳴驚人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(15) 一 鳴 驚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一 鳴 驚 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일 명 경 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 번 울면 — 사람을 — 놀라게 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제 위왕(또는 초 장왕) — 9년 침묵 후 — 큰 정치 개혁. 「한 번 날면 — 하늘에 닿는다(一飛冲天)」.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잠재된 큰 인물·때를 기다리는 자의 — 가장 깊은 모범.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(16/22)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50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三人成虎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(16) 三 人 成 虎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三 人 成 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삼 인 성 호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세 사람이 — 호랑이를 — 만든다.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방총 — 위왕에게 — 「시장에 호랑이 — 한 사람? 못 믿어. 두 사람? 의심. 세 사람? 믿겠다」.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거짓도 — 세 번 반복되면 사실. 가짜 뉴스·여론 조작의 가장 오래된 경고.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(17/22)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51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徙木立信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(17) 徙 木 立 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徙 木 立 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사 목 입 신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나무를 — 옮겨 — 신용을 — 세운다.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상앙이 — 함양 남문에 — 큰 나무. 옮긴 자에게 — 50금 약속 → 실제 즉시 지급.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「약속의 정치」·「신뢰 구축」의 — 가장 오래된 동양적 원형. 작은 약속을 지키는 자만이 — 큰 약속도 — 믿어진다.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(18/22)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52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奇貨可居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(18) 奇 貨 可 居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奇 貨 可 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기 화 가 거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진귀한 물건은 — 사 두면 — 큰 이익이 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여불위가 — 조의 인질 자초를 — 「진귀한 물건」으로 보고 — 정치 투자. 결국 — 진의 재상.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「잠재력 투자」·「벤처 자본」의 — 가장 오래된 동양적 정수.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(19/22)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53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遠交近攻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(19) 遠 交 近 攻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遠 交 近 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원 교 근 공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먼 나라와 — 사귀고, 가까운 나라를 — 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범저가 — 진 소왕에게 제안한 — 통일 기본 전략. BC 230 한 → BC 221 제 순서로 통일.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「전략적 우선순위」·「경쟁 전략」의 정수. 한 책사의 한 문장이 — 250년의 천하 통일 순서를 결정.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(20/22)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54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千金買骨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(20) 千 金 買 骨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千 金 買 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천 금 매 골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천금으로 — 뼈를 — 산다.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곽외 — 「죽은 천리마의 뼈에 500금」 비유. 「먼저 저(곽외)부터 — 깊이 대우」(先始於隗).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「조직의 — 인재 등용 원리」. 작은 인재를 깊이 대접해야 — 큰 인재가 — 온다.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(21/22)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55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圖窮匕見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(21) 圖 窮 匕 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圖 窮 匕 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도 궁 비 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지도가 — 다 펴진 곳에서 — 비수가 — 드러난다.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형가가 — 진왕에게 — 연의 지도를 — 천천히 펼침. 끝에서 — 숨겨진 단검이 — 드러남.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「숨겨진 의도는 — 결국 — 드러난다」의 — 가장 깊은 동양적 표현.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(22/22)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56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指鹿爲馬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(22) 指 鹿 爲 馬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1124712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1F2A44"/>
                </a:solidFill>
                <a:latin typeface="Batang"/>
              </a:rPr>
              <a:t>指 鹿 爲 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지 록 위 마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6499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사슴을 — 가리켜 — 말이라 — 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4340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434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41655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 2세 호해 때 — 환관 조고가 — 사슴을 「말」이라 강요. 인정 안 한 신하는 — 모두 처형.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4864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468112"/>
            <a:ext cx="9418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「전체주의의 — 거짓」·「조직의 — 진실 차단」의 — 가장 깊은 동양적 원형.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Ⅻ. 진의 통일과 15년 멸망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57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진의 통일과 — 15년 만의 멸망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천하를 만든 법이 — 천하를 잃게 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통일(BC 221) — 진시황의 위대한 정책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「황제(皇帝)」 칭호 — 진왕 정 → 진시황. 옛 삼황오제를 합친 자칭.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군현제 — 봉건제 폐지, 36군. 도량형·문자·수레·화폐 통일.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「중국」이라는 — 하나의 문화권의 토대.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어두운 정책 — 분서갱유·사구의 음모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분서(BC 213)·갱유(BC 212) — 옛 책을 태우고 — 학자 460명 매장.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진시황 사망(BC 210, 사구궁) → 조고·이사·호해의 거짓 유서 → 부소·몽염 자결.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「指鹿爲馬」 — 조고의 사슴=말 강요. 이사 — 거열형(BC 208).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진섭의 봉기와 멸망(BC 207) — 15년의 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진섭(陳勝) — 「王侯將相 寧有種乎」 — 「왕후 장상이 — 어찌 — 씨가 있겠는가」 — 평등의 외침.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항우·유방의 봉기 → BC 207 진 멸망. 통일 후 단 15년.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「천하를 만든 법(상앙의 법)이 — 천하를 잃게 했다」 — 가장 깊은 동양사의 아이러니.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ⅩⅢ. 후대 영향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58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사기·자치통감·문장궤범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동양 한문의 — 기본 텍스트가 되다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1. 역사서의 토대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사마천 「사기」 — 자객열전·소진열전·장의열전·맹상군열전·평원군열전·신릉군열전·인상여열전·범저열전·여불위열전·이사열전 — 모두 — 전국책 기반.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사마광 「자치통감」 — 전국 시대 부분(주기) — 전국책 자료 토대.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전국책 — 「전국 시대 역사의 가장 풍부한 사료」.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2. 문장궤범의 정수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한문 산문의 모범. 인물 묘사·대화·일화 — 모두 풍부.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후대 — 모든 사대부의 한문 학습 교과서. 조선 — 변려문·논책·외교 문서 — 전국책 본받음.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3. 한국어에 살아 있는 22선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完璧·鷄鳴狗盜·毛遂自薦·刎頸之交·負荊請罪·前倨後恭·懸樑刺股·圍魏救趙·風蕭蕭兮·紙上談兵·漁夫之利·狐假虎威·蛇足·朝三暮四·一鳴驚人·三人成虎.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徙木立信·奇貨可居·遠交近攻·千金買骨·圖窮匕見·指鹿爲馬.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오늘 — 한국어의 — 기본 어휘로 — 그대로 — 살아 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ⅩⅢ. 후대 영향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59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외교·협상학·독립운동의 정신적 조상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2,200년의 시간을 — 넘어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국제 외교의 — 동양적 원형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합종 vs 연횡 — 약자 연합 vs 강자 분열. EU·NATO·ASEAN vs 미·중 양자 외교.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원교근공 — 전략적 우선순위. 이간책 — 적국 내부 분열.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오늘 국제 정치에 — 그대로 — 적용된다.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86912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0064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마키아벨리·비스마르크와의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62400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현실주의(Realpolitik)의 — 가장 오래된 동양적 정수.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도덕 vs 책략의 영원한 딜레마 — 동서양이 — 같은 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3584"/>
            <a:ext cx="11247120" cy="1438656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26736"/>
            <a:ext cx="1088136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한국 독립운동의 정신적 조상 — 형가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9072"/>
            <a:ext cx="10881360" cy="908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안중근(1909) — 이토 히로부미 저격. 형가의 — 가장 가까운 후예.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윤봉길(1932) — 상해 홍구공원 폭탄. 이봉창(1932) — 일본 천황 폭탄.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「風蕭蕭兮易水寒」 정신의 후예. 2,200년의 시간을 — 넘어 — 이어진 의리.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556070"/>
                </a:solidFill>
                <a:latin typeface="맑은 고딕"/>
              </a:rPr>
              <a:t>전국책의 가장 빛나는 한 구절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11430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5800" b="1">
                <a:solidFill>
                  <a:srgbClr val="1F2A44"/>
                </a:solidFill>
                <a:latin typeface="Batang"/>
              </a:rPr>
              <a:t>風 蕭 蕭 兮  易 水 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1247120" cy="11430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5800" b="1">
                <a:solidFill>
                  <a:srgbClr val="8B1A1A"/>
                </a:solidFill>
                <a:latin typeface="Batang"/>
              </a:rPr>
              <a:t>壯 士 一 去 兮  不 復 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0">
                <a:solidFill>
                  <a:srgbClr val="1F2A44"/>
                </a:solidFill>
                <a:latin typeface="맑은 고딕"/>
              </a:rPr>
              <a:t>바람은 쓸쓸하고 — 역수는 차갑다.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0">
                <a:solidFill>
                  <a:srgbClr val="1F2A44"/>
                </a:solidFill>
                <a:latin typeface="맑은 고딕"/>
              </a:rPr>
              <a:t>장사 한 번 가면 — 다시 오지 못한다.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— 형가(荊軻) · 진왕 암살을 떠나며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8B1A1A"/>
                </a:solidFill>
                <a:latin typeface="맑은 고딕"/>
              </a:rPr>
              <a:t>경청해주셔서 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