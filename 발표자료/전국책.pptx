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시대 이름을 만든 책 · 동아시아 변론·외교·인간학의 원천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Batang"/>
              </a:rPr>
              <a:t>戰 國 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전 국 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세 치 혀가 백만 군대보다 강하다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유향(劉向, 전한) 편 · 12국 33편 · 약 460장 · 12만 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소진·장의·맹상군·신릉군·노중련·형가 — 격변기 250년의 변사(辯士)들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책 이름이 시대 이름이 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시대 배경 — 전국시대 250년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책의 정체 — 유향의 편집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12국 33편의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두 주인공 — 소진과 장의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전국 사군자 — 식객의 정치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의인들 — 노중련·예양·형가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책사들 — 범저·상앙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종횡가의 사상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명구와 고사성어 16선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후대 영향과 한국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 — 5가지 메시지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전국책(戰國策) — 어떤 책인가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전국시대의 책략집 · 동아시아 산문의 영원한 모범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전국시대 250년의 외교·변론·일화를 12개 나라별로 정리한 역사 산문집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전한(前漢)의 학자 유향(劉向, BC 77?~6)이 흩어진 자료를 모아 편집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12국 33편 · 약 460장 · 총 약 12만 자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종횡가(縱橫家) — 소진·장의의 합종연횡 외교 책략의 결정판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사마천 『사기』 전국시대 서술의 1차 근거 — 사기보다 먼저 그 자료가 있었다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· 「전국시대(戰國時代)」라는 시대 이름 자체가 이 책에서 비롯됨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책의 이름이 한 시대의 이름이 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유향의 작명 — 「戰 國 의 策」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941832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戰 國 = 전쟁하는 나라들      策 = 책략·계책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유향이 정리하기 전 — 이 시대를 부르는 통일된 이름이 없었다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556070"/>
                </a:solidFill>
                <a:latin typeface="맑은 고딕"/>
              </a:rPr>
              <a:t>● 사마천 『사기』조차 이 시대를 따로 명명하지 않았다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유향이 「戰國의 策」 — 「전쟁하는 나라들의 책략집」으로 이름 붙임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후세 학자들이 이 이름을 따라 시대 자체를 「전국시대」라 부르게 됨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556070"/>
                </a:solidFill>
                <a:latin typeface="맑은 고딕"/>
              </a:rPr>
              <a:t>● 「한 책의 이름이 한 시대의 이름이 된」 드문 사례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전국책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유향(劉向, BC 77?~6) — 전한 종실(宗親)·학자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시대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전국시대 (BC 476경 ~ BC 222, 약 250년)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12국 33편(권) · 약 460장 · 약 12만 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대상 12국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동주·서주·진·제·초·조·위·한·연·송·위(衛)·중산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유세가·종횡가의 책략·언설·일화 모음 — 역사 산문집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사료 위상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전국시대의 거의 유일한 1차 사료군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문학 위상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중국 산문 문학의 가장 완성된 모범 — 변론체의 정점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출토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1973년 마왕퇴 한묘 출토 백서로 일부 내용 검증됨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전국시대 — 중국 역사상 가장 격렬했던 250년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453 삼가분진 → BC 221 진의 천하 통일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春秋 춘추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BC 770 ~ 476
주(周) 왕실 명목상 인정
100여 개 제후국
「패자(覇者)」의 시대
동맹과 회맹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戰國 전국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0040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BC 476 ~ 221
주 왕실 무시
7개 강국으로 정리
「왕(王)·제(帝)」의 시대
천하 통일을 노림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시작 — 三家分晉(삼가분진) : 진(晉)이 한·위·조 세 가문에 분할 → 「신하가 군주를 삼키는 시대」의 신호탄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전국 칠웅(七雄) — 250년을 호령한 일곱 강국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나라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1168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5760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특징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0116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秦 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688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서쪽 (관중)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5760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함곡관 천연 요새 · 상앙 변법 · 최후의 승자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46888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BC 221 천하 통일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1752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楚 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0175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남쪽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17520"/>
            <a:ext cx="5760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양자강 유역 거대 영토 · 초사(楚辭) 문화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01752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BC 223 진에 멸망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齊 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56616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동쪽 (산동)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566160"/>
            <a:ext cx="5760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바다·소금·철의 부 · 직하학궁의 학문 중심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56616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BC 221 진에 항복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燕 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11480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북쪽 (북경)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114800"/>
            <a:ext cx="5760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약소국이나 의리의 나라 · 형가의 진왕 암살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11480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BC 222 진에 멸망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663440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趙 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6634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중북부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663440"/>
            <a:ext cx="5760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호복기사(胡服騎射) 군사 개혁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66344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BC 228 진에 멸망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212080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魏 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2120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중원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212080"/>
            <a:ext cx="5760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전국 초기 최강국 → 점차 쇠퇴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21208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BC 225 진에 멸망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760720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韓 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57607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중원 (정주)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760720"/>
            <a:ext cx="5760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가장 작은 강국 · 한비자의 고향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576072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BC 230 가장 먼저 멸망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전국시대의 사회상 — 「능력만이 길이다」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출신과 신분이 무너진 시대 · 평민의 천하 등용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춘추까지 — 귀족(士) 계급만이 정치에 참여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전국시대 — 평민·외국 출신이라도 능력만 있으면 재상이 될 수 있다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대표 인물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소진 — 시골 출신, 형수에게 멸시받던 가난한 청년 → 6국의 재상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장의 — 빈털터리 떠돌이 → 진나라의 재상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범저 — 위에서 매 맞아 죽다 살아남은 자 → 진의 재상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상앙 — 위 출신 → 진 변법을 주도해 진을 강국으로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「실력 있는 자가 천하를 얻는다」는 새로운 사회 윤리의 등장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책의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편자 유향(劉向, BC 77?~6)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황실의 종친 · 천록각 도서관의 학자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 고조 유방의 동생 유교(劉交)의 4대손 — 황실 종친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 성제(成帝)의 명을 받아 천록각(天祿閣) 황실 도서관의 옛 전적 정리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그 결과물 — 『별록(別錄)』 (한대까지의 모든 책의 해제집)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함께 편찬한 책들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『전국책(戰國策)』 — 전국시대 책략집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『설원(說苑)』 — 고사 모음집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『신서(新序)』 — 정치 일화집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『열녀전(列女傳)』 — 여성 전기집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단지 자료를 모은 사람이 아닌 — 「옛 자료로 한대 사회에 교훈을 주려 한 학자」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책의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여섯 가지 이름으로 흩어졌던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유향이 천록각에서 발견한 6종의 단편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國 策 국책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4028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나라별 책략집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國 事 국사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834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나라의 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短 長 단장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2900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짧고 긴 글 (변론의 기교)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39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事 語 사어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23359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사건과 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長 書 장서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긴 문서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6636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6636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脩 書 수서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21208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다듬은 문서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유향이 중복을 정리하고 나라별·연대순으로 재편집 → 33편의 『전국책』으로 통합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12국 33편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12국 33편의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동주·서주에서 시작해 중산국까지 — 한 시대의 모든 나라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011680"/>
            <a:ext cx="731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편수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7132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핵심 내용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23160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2316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東周策 동주책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23160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망해가는 천자의 외교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07208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07208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807208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西周策 서주책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807208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0720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서주의 외교 — 천자국의 몰락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91256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91256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권3~7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191256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秦策 진책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191256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5편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191256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진의 변법·외교·통일의 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575304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75304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권8~13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575304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齊策 제책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575304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6편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575304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맹상군·노중련·직하학궁 — 가장 많은 분량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59352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59352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권14~17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9593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楚策 초책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3959352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4편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959352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남방 거대국·굴원의 비극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343400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34340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권18~21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34340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趙策 조책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4343400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4편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343400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호복기사·인상여·평원군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727448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727448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권22~25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4727448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魏策 위책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4727448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4편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727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문후의 전성기와 신릉군의 호부 사건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111496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111496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권26~28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5111496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韓策 한책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5111496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3편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111496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약소국의 외교·한비자의 고향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5495544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495544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권29~31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54480" y="5495544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燕策 연책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495544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3편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5495544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의리의 나라·형가의 진왕 암살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5879592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879592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권32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54480" y="587959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宋·衛策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49039" y="5879592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5879592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약소국의 마지막 이야기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6263640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26364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권33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626364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Batang"/>
              </a:rPr>
              <a:t>中山策 중산책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39" y="6263640"/>
            <a:ext cx="731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6263640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사라진 작은 나라의 기록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12국 33편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 구성이 보여주는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큰 나라부터 작은 나라까지 · 흥에서 망까지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12국의 분량 비대칭 — 제(6편) &gt; 진(5편) &gt; 초·조·위(4편) &gt; 한·연(3편) &gt; 동주·서주·송·중산(1편)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분량이 곧 그 나라의 외교·문화·일화의 풍부함을 반영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제책 — 사군자 맹상군·직하학궁·노중련 → 「전국시대 지성사의 보고」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진책 — 변법·외교·통일의 길 → 「변방국이 천하를 통일하는 250년의 과정」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동주·서주·송·중산 — 작은 나라들의 외교 → 「약소국의 생존 모범」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한·위·조 — 진과 가장 가까이 있던 나라들 → 「가장 먼저 멸망한 자들의 기록」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두 주인공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소진과 장의 — 같은 스승, 정반대의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귀곡선생(鬼谷先生) 문하의 두 동기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전국시대의 전설적 스승 귀곡선생(鬼谷先生) — 종횡가의 비조(鼻祖)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종횡술(縱橫術) — 외교와 변론의 기술 — 두 사람이 함께 배움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그러나 두 사람이 간 길은 정반대였다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소진 → 합종(合縱) — 6국이 진에 맞서 동맹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장의 → 연횡(連橫) — 진이 6국을 차례로 분열시킴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두 사람의 대립은 「약자들의 연합 vs 강자 중심 분열」이라는 외교 전략의 두 원형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이 대립은 오늘날까지도 모든 외교의 기본 패턴 (NATO vs 양자 동맹 등)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두 주인공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소진(蘇秦) — 6국의 재상 인(印)을 동시에 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낙양 평민에서 6국 합종의 영웅으로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낙양 출신 가난한 청년 — 진에 가서 유세했으나 받아들여지지 않음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빈털터리로 귀향 — 가족과 형수에게조차 멸시 당함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『음부경(陰符經)』 1년간 다시 공부 — 졸리면 송곳으로 허벅지를 찔러 깨움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「자고현량(刺股懸樑)」 — 머리를 대들보에 매고 송곳으로 허벅지를 찌르며 공부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연·조·한·위·제·초 — 6국 군주를 차례로 만나며 합종(合縱) 책략 설파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합종 성공 — 6국 재상의 인을 동시에 차다 (중국 역사상 전무후무)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진은 이후 15년간 함곡관 밖으로 군대를 내지 못했다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후에 제나라에서 자객의 칼에 — 자기 시신을 미끼로 자객을 잡아낸 마지막 책략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두 주인공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장의(張儀) — 「내 혀가 아직 있느냐」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모욕에서 시작된 연횡(連橫)의 사기꾼 외교가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941832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吾 舌 尙 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내 혀가 아직 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초나라 재상 연회 — 벽옥(璧玉)이 사라지자 의심받아 매를 맞고 쫓겨남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피투성이가 된 그가 아내에게 — 「내 혀가 아직 있느냐?」 → 「있습니다」 → 「그럼 됐다」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진 혜문왕에게 등용 — 연횡(連橫) 책략으로 6국 합종을 차례로 깨뜨림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초 회왕을 속여 「600리 땅을 주마」 → 실제로는 6리만 — 외교 사기의 정점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결과 — 6국 합종 붕괴 → 진의 통일 토대 마련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두 주인공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소진 vs 장의 — 합종(合縱) vs 연횡(連橫)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소진(蘇秦) — 합종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1168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장의(張儀) — 연횡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의미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1460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남북으로 합친다 (縱)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1460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동서로 잇는다 (橫)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전략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6324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6국 동맹 → 진에 대항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6324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진 + 1국씩 → 6국 분열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1188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누구를 위해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61188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6국 (약자들)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61188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진 (강자)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출신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16052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낙양 평민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16052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위나라 평민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0916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결과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70916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15년간 진을 묶음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70916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6국 합종 붕괴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역사적 의미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25780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「약자 연합」의 원형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25780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「강자 중심 분열책」의 원형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전국 사군자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전국 사군자(四君子) — 식객 3,000명을 거느린 4대 공자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「천하의 인재가 모이는 작은 정부」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7432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孟嘗君 맹상군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194560"/>
            <a:ext cx="128016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제(齊)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6070"/>
                </a:solidFill>
                <a:latin typeface="맑은 고딕"/>
              </a:rPr>
              <a:t>3,000명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계명구도 · 교토삼굴 · 풍훤의 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27432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平原君 평원군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3154680"/>
            <a:ext cx="128016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154680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조(趙)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46120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6070"/>
                </a:solidFill>
                <a:latin typeface="맑은 고딕"/>
              </a:rPr>
              <a:t>수천 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4612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모수자천 · 한단 포위에서 초에 구원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27432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信陵君 신릉군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114800"/>
            <a:ext cx="128016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4114800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위(魏)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06240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6070"/>
                </a:solidFill>
                <a:latin typeface="맑은 고딕"/>
              </a:rPr>
              <a:t>수천 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0624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호부(虎符) 탈취로 조나라 구함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74920"/>
            <a:ext cx="27432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春申君 춘신군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5074920"/>
            <a:ext cx="128016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5074920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초(楚)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166360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6070"/>
                </a:solidFill>
                <a:latin typeface="맑은 고딕"/>
              </a:rPr>
              <a:t>3,000명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6636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평원군의 사신을 식객 화려함으로 압도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전국 사군자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맹상군과 계명구도(鷄鳴狗盜)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제책 — 「천한 재주가 결정적 순간에 사람을 살린다」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맹상군이 진(秦) 소왕에게 잡혀 죽을 위기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식객 중 한 사람 — 개 도둑 흉내로 호백구(여우 가죽옷)를 훔쳐 진왕 애첩에게 바침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풀려나 도망 → 함곡관에 도착했으나 새벽이 되지 않아 문이 닫혀 있음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다른 식객 — 닭 울음을 흉내내자 마을 닭이 함께 울어 문이 열림 → 탈출 성공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556070"/>
                </a:solidFill>
                <a:latin typeface="맑은 고딕"/>
              </a:rPr>
              <a:t>● 「계명구도(鷄鳴狗盜)」 — 닭 울음과 개 도둑의 잔재주 — 그러나 살린 것은 사람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1F2A44"/>
                </a:solidFill>
                <a:latin typeface="Batang"/>
              </a:rPr>
              <a:t>● 후일 풍훤(馮諼)의 「교토삼굴(狡兎三窟)」 — 영악한 토끼는 세 굴을 판다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전국 사군자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신릉군과 호부(虎符) 탈취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위책 — 친구를 위해 자기 나라의 법을 어긴 의리의 결단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진(秦)이 조(趙)의 한단(邯鄲)을 포위 — 평원군이 친척인 신릉군에게 구원 요청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위 안리왕이 응하지 않자, 신릉군은 결단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식객 후영(侯嬴)의 책략 — 왕의 침실에서 호부(虎符, 군대 동원의 부절)를 훔침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협조하지 않는 장수 진비(晉鄙)는 식객 주해(朱亥)가 철퇴로 죽임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군대를 이끌고 한단으로 — 조나라를 구하고 진의 포위를 풀어냄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친구를 위해 자기 나라의 법을 어긴 「의리(義)의 정점」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「선비는 자기를 알아주는 자를 위해 죽는다」 — 식객 정치의 가장 극적인 장면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의인들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노중련(魯仲連) — 의(義)의 화신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제책 — 「의불제진(義不帝秦)」, 차라리 동해에 빠져 죽겠다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Batang"/>
              </a:rPr>
              <a:t>義 不 帝 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진(秦)이 조(趙)의 한단을 포위 — 위(魏) 사신이 「진을 황제로 인정하면 풀어준다」 권유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노중련의 일갈 — 「차라리 동해에 빠져 죽을지언정 진의 백성은 되지 않으리라」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분위기가 바뀌어 조는 항복 거부 → 신릉군의 호부 군대가 와서 포위가 풀림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조에서 봉토를 주려 하자 모두 사양 — 「남의 환난을 풀어주고도 취하지 않는 것이 선비」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556070"/>
                </a:solidFill>
                <a:latin typeface="맑은 고딕"/>
              </a:rPr>
              <a:t>● 전국시대 가장 순수한 의(義)의 화신 — 도덕적 인격이 가장 완성된 인물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의인들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예양(豫讓) — 사위지기자사(士爲知己者死)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조책 — 「선비는 자기를 알아주는 자를 위해 죽는다」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士 爲 知 己 者 死  女 爲 悅 己 者 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주군 지백(智伯)이 조양자(趙襄子)에게 살해당함 — 예양은 복수를 결심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자기 몸에 옻칠을 해 문둥이로 변장, 숯을 삼켜 벙어리가 되어 시장에서 구걸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조양자의 행차에 칼을 들고 다리 밑에 숨음 → 발각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「선비는 자기를 알아주는 자를 위해 죽는다」 — 잡힌 그가 한 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처형 전 조양자의 옷을 빌려 세 번 찔러 명목상 복수 후 자결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556070"/>
                </a:solidFill>
                <a:latin typeface="맑은 고딕"/>
              </a:rPr>
              <a:t>● 신의(信義)의 극치 — 후세에 무수히 인용된 명문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의인들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형가(荊軻) — 진왕 암살의 비극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연책 마지막 · 전국시대 250년의 클라이맥스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風 蕭 蕭 兮 易 水 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壯 士 一 去 兮 不 復 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「바람은 쓸쓸하고 역수는 차구나, 장사 한 번 가면 다시 돌아오지 못하리」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연 태자 단(丹)이 보낸 자객 — 진왕(시황) 암살을 위해 떠나는 날의 노래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친구 고점리(高漸離)가 축(筑, 악기)을 켜고 형가가 노래하던 역수(易水) 강가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진궁에서 지도를 펴는 순간 비수로 진왕을 찔렀으나 실패 — 웃으며 죽음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5년 후 연 멸망 — 그러나 「이루지 못할 것을 알면서도 의리를 위해 가는 자」의 모범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● 동아시아 비장미(悲壯美)의 최고 명문구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책사들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범저(范雎) — 원교근공(遠交近攻)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진책 — 한 구절이 천하 통일의 청사진이 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94183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8B1A1A"/>
                </a:solidFill>
                <a:latin typeface="Batang"/>
              </a:rPr>
              <a:t>遠 交 近 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위(魏) 출신 — 재상 위제의 모함으로 매 맞아 거의 죽고 변소에 버려져 오줌 세례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이름을 장록(張祿)으로 바꾸고 진(秦)으로 도망 → 진 소왕(昭王)에게 등용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책략 — 「멀리 있는 나라(齊·楚)와 사귀고, 가까운 나라(韓·魏)부터 친다」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500" b="0">
                <a:solidFill>
                  <a:srgbClr val="556070"/>
                </a:solidFill>
                <a:latin typeface="Batang"/>
              </a:rPr>
              <a:t>● 「한 치를 얻으면 왕의 한 치, 한 자를 얻으면 왕의 한 자」 — 누적의 전략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진은 이 책략대로 한 → 조 → 위 → 초 → 연 → 제 순서로 통일 (BC 230~221)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한 책의 한 구절이 250년의 역사를 결정 — 「언어의 가장 큰 위력」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책사들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연 소왕과 곽외(郭隗) — 천금매골(千金買骨)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연책 — 「큰일은 작고 가까운 것에서 시작된다」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연(燕)이 제(齊)에 큰 패배를 당함 — 연 소왕이 인재를 모으려 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신하 곽외(郭隗)의 비유 — 「천금으로 죽은 천리마의 뼈를 산 임금」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「임금이 죽은 말의 뼈도 천금에 사니, 산 천리마는 더 비싸겠다」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「오시지 않을 줄 알았던 천리마들이 1년 안에 셋이 왔다」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1">
                <a:solidFill>
                  <a:srgbClr val="8B1A1A"/>
                </a:solidFill>
                <a:latin typeface="Batang"/>
              </a:rPr>
              <a:t>● 「선시어외(先始於隗)」 — 「먼저 저(곽외)부터 후하게 대접하십시오」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효과 — 악의(樂毅)·추연(鄒衍)·극신(劇辛) 등이 모여 연이 일시 강국으로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「인재 영입은 가장 가까운 데서, 가장 큰 성의로」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종횡가의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종횡가(縱橫家) — 외교와 변론의 전문가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백가(百家) 중 외교·설득을 전문으로 한 학파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이름의 유래 — 합종(合縱) + 연횡(連橫)의 두 글자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핵심 가치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현실주의 — 도덕 명분보다 이해관계 분석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세(勢)의 통찰 — 세력 균형과 흐름을 읽는 능력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변론과 설득 — 말 한 마디로 천하를 움직임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유연성 — 상황에 따라 책략을 바꿈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공리주의 — 결과가 모든 것을 정당화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비조(鼻祖) — 귀곡선생(鬼谷先生) · 대표 인물 — 소진·장의·범저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종횡가의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후대의 두 평가 — 폄하와 옹호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도덕가의 비판 vs 문장가의 옹호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정자·주자 (송 성리학)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「권모술수의 책」
명분과 도덕보다
술수를 가르친다는 비판
도덕적 평가의 거부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소동파 (송 대문호)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918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「문장 그 자체로 영원한 모범」
도덕적 평가와 별개로
글솜씨와 인간 통찰은
후세 어떤 책도 따라가지 못함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두 평가는 모두 옳다 — 도덕서로 읽으면 위험, 「인간과 권력의 거울」로 읽으면 무한한 통찰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초책 — 진진(陳軫)이 소양(昭陽)에게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蛇 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뱀에 다리를 그리다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술 한 잔을 두고 뱀 그리기 시합 — 가장 먼저 그린 자가 「발도 그릴 수 있다」 자랑하다 술을 빼앗긴 일화. 「과욕·군더더기로 일을 망친다」.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연책 — 소대(蘇代)가 조 혜문왕에게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漁 父 之 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어부의 이익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조개와 도요새가 다투는 사이 어부가 잡아간 비유. 조·연이 다투지 말 것을 권유. 「둘이 다투면 제3자가 이득을 본다」 — 외교의 영원한 경고.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초책 — 강을(江乙)이 초 선왕에게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狐 假 虎 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여우가 호랑이의 위세를 빌리다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호랑이가 여우를 잡자 여우가 「내가 백수의 왕이다」 — 호랑이 뒤에 따라가니 모두 도망. 「남의 권세를 빌려 위세 부리는 자」의 원형.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위책 — 방총(龐葱)이 위 혜왕에게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三 人 成 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세 사람이면 호랑이가 생긴다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시장에 호랑이가 있다 한 사람이 말하면 안 믿고, 두 사람이면 의심, 세 사람이면 믿는다. 「거짓도 여럿이 말하면 사실이 된다」 — 가장 강력한 여론·소문의 비유.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위책 — 계량(季梁)이 위 안리왕에게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南 轅 北 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수레는 남으로 가는데 끌채는 북으로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초나라로 간다면서 북쪽으로 가는 자 — 「말이 빠르다·노자가 많다·마부가 능하다」 자랑할수록 더 멀어진다. 「방향이 틀린 노력의 어리석음」.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제책 — 맹상군의 식객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鷄 鳴 狗 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닭 울음과 개 도둑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맹상군이 진에서 탈출할 때 호백구를 훔친 자와 닭 울음 흉내내는 자가 살림. 「천한 재주도 결정적 순간엔 쓸모」 — 「인재는 평가의 그릇에 따라 다른 모양」.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(7/16)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제책 — 풍훤(馮諼)의 책략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狡 兎 三 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영악한 토끼는 세 굴을 판다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맹상군의 식객 풍훤이 봉지의 빚 문서를 불태우고, 위에 추천하고, 종묘를 세우게 한 「세 굴」. 「위험에 대비한 다중 안전장치」 — 전국시대 리스크 관리의 정수.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(8/16)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조책 — 평원군에게 자청한 모수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毛 遂 自 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모수가 스스로 자기를 천거하다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한단 포위 시 평원군이 초로 구원을 청할 사절 20명 중 하나가 부족 — 식객 모수가 「저를 데려가십시오」. 결국 그가 가장 큰 공을 세움. 「실력자는 자기 입을 연다」.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(9/16)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조책 — 같은 일화에서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囊 中 之 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주머니 속의 송곳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평원군이 「뛰어난 자는 주머니 속 송곳처럼 저절로 드러난다」 하자 모수가 「저는 주머니에 들지 못했을 뿐」. 「진짜 실력은 끝내 드러난다」.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(10/16)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연책 — 곽외의 비유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千 金 買 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천금으로 말의 뼈를 사다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천리마를 구하던 임금이 죽은 천리마의 뼈를 천금에 샀더니 1년 안에 산 천리마 셋이 왔다는 비유. 「인재 영입은 큰 성의에서 시작」.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(11/16)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연책 — 곽외 일화의 결어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先 始 於 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먼저 저(곽외)부터 시작하소서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「임금이 천하의 인재를 부르고자 하시면, 먼저 저부터 후하게 대접하십시오. 그러면 저보다 뛰어난 자들이 천리를 마다하지 않고 올 것입니다」. 「큰 일은 가까운 작은 일부터」.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(12/16)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진책 — 범저의 책략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遠 交 近 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먼 곳과 사귀고 가까운 곳을 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한 책의 한 구절이 250년 역사의 청사진. 진의 통일 순서(한→조→위→초→연→제)가 모두 이 한 줄에서 나옴. 「외교 우선순위 설정의 영원한 원칙」.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(13/16)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소진과 장의의 전체 책략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合 縱 連 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합종과 연횡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소진의 합종(6국 동맹) vs 장의의 연횡(진+1국씩 분열). 「약자 연합 vs 강자 중심 분열」의 영원한 외교 패턴 — 오늘 NATO·양자 동맹 논쟁의 원형.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(14/16)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연책 — 노중련의 한 마디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義 不 帝 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의로움으로 진을 황제로 인정하지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「차라리 동해에 빠져 죽을지언정 진의 백성은 되지 않으리」 — 의(義)의 가장 순수한 표현. 도덕적 거부의 결정적 한 줄.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(15/16)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연책 — 형가의 노래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風 蕭 蕭 兮 易 水 寒  壯 士 一 去 兮 不 復 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바람은 쓸쓸하고 역수는 차구나, 장사 한 번 가면 다시 돌아오지 못하리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진왕 암살을 위해 떠나는 형가의 비장한 결의. 동아시아 비장미(悲壯美)의 최고봉. 「이루지 못할 것을 알고도 가는 자」의 모범.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명구·고사성어 16선 (16/16)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조책 — 예양의 명언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Batang"/>
              </a:rPr>
              <a:t>士 爲 知 己 者 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선비는 자기를 알아주는 자를 위해 죽는다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예양이 지백을 위해 복수에 나서며 한 말. 「자기를 알아주는 사람」의 무게 — 동양 의리(義理) 사상의 가장 짧은 핵심 명제. 후대 무수한 인용의 출발점.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영향과 한국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『사기』·당송팔대가 — 산문의 영원한 교과서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사마천이 옮겨 쓴 책 · 당송 명문장의 원천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사마천 『사기』 — 전국시대 부분이 사실상 『전국책』의 재구성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「소진열전」·「장의열전」·「범저채택열전」·「맹상군열전」·「자객열전」 등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한대 산문가들 — 변론체의 모범으로 학습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당송팔대가 — 한유(韓愈)·유종원(柳宗元)·소식(蘇軾)·구양수 등 모두 전국책 문체에서 영향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명청 시대 — 모든 문장 학습의 필독서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비유와 우화의 보고 — 16개 사자성어가 일상 언어에 살아 있음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2,000년 동안 동아시아 산문의 영원한 교과서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영향과 한국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한국에서의 수용 — 조선 외교의 교본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명·청 사대 외교 · 통신사 외교 · 변사의 학습서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조선 사대부의 필독서 — 외교 문서 작성과 변론의 교본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광해군 시기 — 명·청 사이의 외교 줄타기 = 「합종연횡의 한국적 적용」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임진왜란 — 명나라 원군 청병 외교 = 「약소국 외교의 모범」 따름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정약용 등 실학자 — 『전국책』을 깊이 학습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한국어 번역본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임동석 (동서문화사) — 학술 역주 / 진기환 (명문당) — 본격 완역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신동준 (인간사랑) — 일반 독자용 풀이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우리는 알게 모르게 매일 전국책의 표현을 쓰고 있다 — 일상 언어 속에 살아 있는 책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영향과 한국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사료적 가치와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역사서이자 동시에 문학서 — 사실과 우화의 혼합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가치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전국시대 250년의 거의 유일한 1차 사료
외교·전쟁·인물·풍속·언어 망라
사대부의 사고방식 직접 보존
1973년 마왕퇴 백서로 일부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918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윤색·과장 — 유세가의 자기 자랑
연대·인물 착오 — 사기와 불일치
문학적 가공 — 실화/창작 경계
어부지리 등 일부는 우화로 보아야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학자들은 『전국책』을 「역사서이자 동시에 문학서」로 본다 — 그 모호함이 책의 깊이를 만든다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전국책이 일러주는 5가지 메시지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48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세 치 혀가 백만 군대보다 강하다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소진의 합종이 진을 15년간 함곡관에 묶었다 — 한 사람의 말이 백만 군대보다 강한 시대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능력은 출신과 신분을 넘는다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소진·장의·범저·이사 — 모두 평민·외국 출신. 출신을 벗어난 능력 사회의 첫 모범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79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86199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외교는 도덕이 아니라 이해관계다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영원한 동맹은 없다 — 오늘의 적이 내일의 동지. 종횡가의 현실주의 외교는 오늘도 유효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09159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59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54879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위기는 인격을 드러낸다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형가의 결의·노중련의 의·신릉군의 우정·예양의 신의 — 평상시엔 안 보이던 인격들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7784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235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역사는 인물의 선택이 만든다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진의 통일은 우연이 아니다 — 상앙·장의·범저·이사의 선택이 쌓인 결과. 6국 멸망도 그들의 선택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전국책,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유향이 12국 33편으로 정리한 전국시대 250년의 변사·책사들의 책략집.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책 이름이 시대 이름이 된 「유일한 사례」 — 전국시대(戰國時代).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두 주인공 소진과 장의 — 합종(合縱)과 연횡(連橫)의 영원한 외교 패턴.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사군자·노중련·예양·형가·범저 — 격동기 인간 군상의 모든 모습.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사족·어부지리·호가호위·삼인성호·계명구도·교토삼굴·원교근공 — 일상에 살아 있는 책.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「세 치 혀가 천하를 움직인다」는 명제의 책.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F2A44"/>
                </a:solidFill>
                <a:latin typeface="Batang"/>
              </a:rPr>
              <a:t>風 蕭 蕭 兮 易 水 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8B1A1A"/>
                </a:solidFill>
                <a:latin typeface="Batang"/>
              </a:rPr>
              <a:t>壯 士 一 去 兮 不 復 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402336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바람은 쓸쓸하고 역수는 차구나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장사 한 번 가면 다시는 돌아오지 못하리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형가(荊軻), 역수가(易水歌) · 전국책 연책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Batang"/>
              </a:rPr>
              <a:t>戰  國  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