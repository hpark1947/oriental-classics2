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중국 최초의 본격 편년체 역사서 · 춘추 255년 격동의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0" b="1">
                <a:solidFill>
                  <a:srgbClr val="1F2A44"/>
                </a:solidFill>
                <a:latin typeface="Batang"/>
              </a:rPr>
              <a:t>春 秋 左 氏 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8B1A1A"/>
                </a:solidFill>
                <a:latin typeface="맑은 고딕"/>
              </a:rPr>
              <a:t>춘 추 좌 씨 전  ·  좌 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57200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夫 民   神 之 主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무릇 백성은 — 신(神)의 주인이다 — 환공 6년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좌구명(左丘明) 전승 · 노 12공 255년 · 春秋三傳 중 사실 중심의 정점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좌전이란 무엇인가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저자와 시대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춘추 삼전(三傳)과의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7대 사상 — 좌전의 중심축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12공의 시대 한 폭으로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명장면 12선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명구·고사성어 16선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문학적 성취 — 서사의 정점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한국·동아시아 수용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우리에게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좌전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중국 최초의 본격 편년체 역사서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정식 명칭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28600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春秋左氏傳 — 줄여서 「좌전(左傳)」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78892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좌구명(左丘明) — 노나라 사관 (전통적 견해)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편집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29184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전국 중기(BC 4세기) 전후로 추정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내용 시대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9476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노 12공 — BC 722~468 약 255년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29768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춘추 경문의 해설서 — 사실 중심 서사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실질 분량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80060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춘추 경문의 10배 이상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182880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위상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303520"/>
            <a:ext cx="9144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편년체 역사서의 시조 · 동양 서사 문학의 정점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좌전의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춘추 + 좌전 = 동양 역사학의 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공자가 노나라 역사를 재편집한 경전 — 『춘추(春秋)』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BC 722 은공 원년 ~ BC 481 애공 14년 — 242년 기록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춘추의 압축적 경문에 — 사실의 살을 붙인 책 = 좌전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「**경(經)을 풀이한 전(傳)**」이면서도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춘추 경문에 없는 사건까지 폭넓게 다룸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「**중국 최초의 본격 편년체 역사서**」로 평가받음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사기(기전체)와 함께 — 동양 역사 서술의 양대 모형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좌구명(左丘明)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공자가 부끄러워한 바를 같이 부끄러워한 사관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전통적 견해 — 노(魯)나라 사관 좌구명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공자와 동시대 혹은 조금 뒤의 인물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유일한 직접 기록 — 논어 공야장편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「**左 丘 明 恥 之  丘 亦 恥 之**」 — 「좌구명이 부끄러워한 바를 나(공자)도 부끄러워한다」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현대 학계 — 전국 중기(BC 4세기) 전후에 지금 형태로 편집·증보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하나의 저자가 아니라 — 좌구명 전승의 사관 집단의 누적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좌전이 다루는 시대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BC 722 ~ BC 468 — 약 255년 춘추시대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노 12공 — 은공·환공·장공·민공·희공·문공·선공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... 성공·양공·소공·정공·애공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BC 722년(은공 원년) ~ BC 468년(애공 27년) 전후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약 255년간 춘추시대 제후국들의 흥망과 분쟁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다룬 나라 — 주·제·진·초·진·정·송·위·진·채·조·오·월 등 거의 모든 제후국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노나라를 중심축으로 — 천하 전체를 조망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춘추 삼전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춘추 삼전(三傳)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같은 경전의 세 가지 해석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좌씨전(左傳)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사실·사건 중심의 서사(敍事) — 풍부한 역사 기록·인물 묘사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280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공양전(公羊傳)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의리(義理)·포폄(褒貶) 중심의 문답 — 한대 금문경학의 본류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Batang"/>
              </a:rPr>
              <a:t>곡량전(穀梁傳)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297680"/>
            <a:ext cx="8321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예(禮)·명분 중심의 짧은 해설 — 공양전과 비슷하나 간결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좌전이 사실 중심의 정점 — 가장 풍부한 서사와 인물 묘사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7대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좌전을 관통하는 7대 사상축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읽을 때 놓치지 말아야 할 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禮의 질서 — 인간·국가 행위의 최고 평가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義·信의 중시 — 외교·군사에서 의와 신을 저버리면 패한다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民本(민본) — 「**夫民, 神之主也**」 백성은 신의 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6908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德과 天命 — 천명은 덕 있는 자에게 옮아간다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6344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직필(直筆)의 사관 정신 — 동호직필(董狐直筆)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25780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포폄(褒貶)의 춘추필법 — 한 글자로 옳고 그름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5216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6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현실주의 치국관 — 형·정·덕의 균형, 부국강병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7대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명제 — 民本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夫民 神之主也 — 백성은 신의 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Batang"/>
              </a:rPr>
              <a:t>夫 民   神 之 主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무릇 백성은 — 신(神)의 주인이다 (환공 6년 사효의 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신을 섬기는 제사도 — 사실은 백성을 위한 것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제사·천명보다 — 민심이 앞선다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서경 「**民惟邦本**」, 맹자 「**民貴君輕**」과 함께 — 동양 민본주의의 정점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BC 8세기에 이미 — 「**백성 우선**」의 정치 사상이 확립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7대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동호직필(董狐直筆)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권세를 두려워하지 않는 사관 정신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진(晉) 영공이 무도하자 조돈(趙盾)이 망명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사촌 조천(趙穿)이 영공을 시해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태사 동호(董狐)가 「**趙盾弑其君**」(조돈이 그 임금을 시해했다) 적음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조돈의 항의에 — 「**경계를 넘지 않고 돌아와 역적을 안 쳤으니 그대가 시해**」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공자의 칭찬 — 「**옛날의 양사(良史)다, 법에 따라 적고 숨기지 않았다**」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사관의 직필 — 좌전 전체의 윤리적 척추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12공의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노 12공의 시대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255년의 격동을 한 폭으로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은공 (722~712)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86000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춘추 개막 — 정백극단어언·대의멸친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환공 (711~694)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651760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쿠데타 즉위·수갈지전·문강의 비극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장공 (693~662)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017520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제 환공 패업·관중 등용·조귀논전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38328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민공 (661~660)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383280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경보불사 노난미이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희공 (659~627)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749039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제 환공 규구지회·진 문공 망명·성복대전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1480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1480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문공 (626~609)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114800"/>
            <a:ext cx="3931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진 패권 흔들림·초의 도전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28600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28600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선공 (608~591)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286000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초 장왕 패업·문정경중·동호직필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65176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65176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성공 (590~573)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651760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안지전·언릉전 - 진초 대결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01752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01752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양공 (572~542)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017520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예의 시대 마감 가까워짐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38328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38328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소공 (541~510)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383280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계씨의 전횡·공자 출생기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749039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749039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정공 (509~495)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749039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협곡지회·공자 활동기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114800"/>
            <a:ext cx="1828800" cy="29260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114800"/>
            <a:ext cx="1828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애공 (494~468)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114800"/>
            <a:ext cx="3383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오월쟁패·좌전 마감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1/12 — 정백극단어언(鄭伯克段於鄢)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은공 원년 — 좌전의 첫 장면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 장공의 어머니 무강이 동생 공숙단을 편애. 단이 반역하자 장공이 「**多行不義 必自斃**」(많이 쌓아두면 스스로 무너진다)며 기다리다 쳤다. 어머니와 절교했다가 영고숙의 간언으로 황천(黃泉)에서 화해.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혈친과 예의 충돌 — 끝내 효를 회복해야. 「많이 쌓이면 스스로 무너진다」의 자멸 법칙.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2/12 — 대의멸친(大義滅親)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은공 4년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위 주우가 환공을 죽이고 찬탈. 석작의 아들 석후가 일당이었다. 석작이 자식 석후를 진(陳)에 유인해 죽임. 「**공의 의가 사의 정을 끊는다**」.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공의(公義)가 사정(私情)을 끊는다 — 신하의 충성이 혈육의 정보다 우선.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3/12 — 관포지교(管鮑之交)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장공 8~9년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제 환공이 즉위. 적이었던 관중을 — 포숙의 추천으로 재상 삼음. 「**자기보다 나은 자를 알아보는 안목**」 — 관포지교의 원형.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용인(用人)의 대의 — 원수라도 재능 있으면 쓴다. 패업의 토대는 사람.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4/12 — 조귀논전(曹劌論戰)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장공 10년 장작전투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제가 노를 침공. 평민 조귀가 장공에게 「**송사를 정성껏 재판하는 것**(忠之屬也)」이 싸울 만한 근거라 답. 제군이 세 번 북 친 뒤 응전해 대승. 「**一鼓作氣 再而衰 三而竭**」.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민심·송사의 공정이 국가의 진정한 힘. 전쟁 승패는 병력 아닌 사기의 운용.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5/12 — 여희의 난·중이 망명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희공 4~5, 23년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 헌공의 여희가 태자 신생을 모함. 신생이 「**효를 지키려**」 자결. 동생 중이(重耳)는 19년간 8나라를 떠돌며 호언·조최·개자추 등과 고난. 진 목공 도움으로 귀국 → 진 문공.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고난이 패자를 기른다. 효와 형세의 비극적 충돌. 결국 덕 있는 자가 천명을 받는다.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6/12 — 퇴피삼사·성복대전(退避三舍·城濮之戰)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희공 28년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중이가 망명 시 초 성왕에게 「**전장에서 만나면 90리(三舍) 물러나겠다**」 약속. 성복에서 정말 90리 물러난 뒤 화공으로 초를 대파. 「**의로 움직이니 천하가 부끄럽게 여기지 않는다**」.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신(信)의 힘 — 약속은 생사의 전장에서도 지킨다. 신의가 전술적 우위를 만든다.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7/12 — 개자추의 불언록(不言祿)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희공 24년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 문공이 논공행상할 때 개자추가 자기 공을 말하지 않고 어머니와 산에 숨음. 문공이 산을 태우자 끝내 불에 타 죽음. 「**천록은 내 공이 아니라 하늘의 뜻**」.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공을 탐하지 않는 겸허. 위정자가 녹을 빠뜨리면 사람이 상한다 — 쌍방의 교훈.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8/12 — 효산지전(殽山之戰)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희공 33년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진(秦) 목공이 정나라 정벌 원정군이 효산 협곡에서 진(晉) 양공 복병에 전멸. 돌아온 장수 맹명시를 목공이 「**이는 내 잘못**」 자책하며 다시 기용.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군주의 자책이 신하의 죽음을 막고 국력을 회복. 「**과오를 남 탓으로 돌리지 않는 자가 결국 이긴다**」.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9/12 — 문정경중(問鼎輕重)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선공 3년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초 장왕이 주 왕실 국경에서 열병 — 왕손만에게 「**구정(九鼎)의 경중을 묻는다**」. 왕손만의 답 — 「**在德不在鼎**」(정은 덕에 있지 크기에 있지 않다). 장왕이 말없이 물러남.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권력의 정당성은 — 무게가 아니라 덕에 있다. 좌전 최고의 정치 명언.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10/12 — 동호직필(董狐直筆)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선공 2년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진 영공이 무도, 조돈이 망명. 사촌 조천이 영공 시해. 태사 동호가 「**趙盾弑其君**」 적음. 조돈 항의에 「**그대가 정경으로 도망쳤으되 경계를 넘지 않고 돌아와 역적을 안 쳤다**」. 공자: 「**옛 양사다**」.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사관의 직필 — 권세 아닌 법과 명분에 따라 기록. 좌전 전체의 윤리적 척추.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11/12 — 협곡지회(夾谷之會)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정공 10년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제·노 회맹에서 제가 협박 시도. 공자(孔子)가 노 정공의 곁에서 「**예에 어긋난 음악**」을 지적해 제 경공이 굴복. 잃었던 노나라 땅을 돌려받음.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예와 명분의 힘. 공자가 실제 정치에서 보여준 외교 능력 — 「예로 적을 굴복시킨다」.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명장면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12/12 — 오월쟁패(吳越爭覇)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애공 — 좌전의 마지막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556070"/>
                </a:solidFill>
                <a:latin typeface="맑은 고딕"/>
              </a:rPr>
              <a:t>일화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오 부차 vs 월 구천. 구천의 와신상담 — 쓸개를 핥으며 패전의 치욕을 잊지 않음. 마지막에 월이 오를 멸함. 좌전이 마감되는 시점의 격동.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중심 사상 — 와신상담(臥薪嘗膽) — 굴욕을 잊지 않는 인내. 천하의 패권은 끝없이 옮겨간다.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多 行 不 義   必 自 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많이 행하는 불의는 — 스스로 무너진다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은공 원년. 정 장공이 동생 단의 반역에 대해 한 말. 「자멸의 법칙」 — 좌전 전체의 한 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大 義 滅 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큰 의(義)가 — 친(親)을 없앤다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은공 4년. 석작이 자식 석후를 죽이며. 「**공의가 사정을 끊는다**」 — 신하 윤리의 정수.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夫 民   神 之 主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무릇 백성은 — 신의 주인이다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환공 6년. 민본 사상의 가장 깊은 표현 — 제사보다 민심이 앞선다.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4/16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管 鮑 之 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관중과 포숙의 사귐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장공 시기. 「자기보다 나은 자를 알아보는 안목」 — 인재 등용과 우정의 정수.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一 鼓 作 氣   再 而 衰   三 而 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한 번 북 치면 사기 오르고, 두 번이면 쇠하고, 세 번이면 다한다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장공 10년 조귀논전. 군대 사기 운용의 정수 — 「**기세를 한 번에 몰아라**」.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退 避 三 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90리를 물러난다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희공 28년 성복대전. 진 문공의 약속 — 신(信)의 힘이 전술 우위가 됨.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7/16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結 草 報 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풀을 묶어 은혜를 갚는다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선공 15년. 위과(魏顆)가 아버지 첩을 살려 보내자 — 그 첩의 죽은 아버지 혼이 풀을 묶어 적장을 넘어뜨림. 은혜는 죽어서도 갚는다.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8/16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問 鼎 輕 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구정(九鼎)의 경중을 묻는다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선공 3년. 초 장왕의 야망 — 그러나 왕손만의 「**在德不在鼎**」으로 물러남.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9/16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在 德 不 在 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덕에 있지, 정(鼎)에 있지 않다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선공 3년 왕손만. 권력의 정당성은 — 크기가 아니라 덕에 있다. 좌전 최고의 정치 명언.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10/16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董 狐 直 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동호의 곧은 붓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선공 2년. 권세를 두려워하지 않는 사관 정신 — 사관 직필의 영원한 모범.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11/16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輔 車 相 依   脣 亡 齒 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수레와 바퀴는 서로 의지하고, 입술이 없으면 이가 시리다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희공 5년. 우(虞)·괵(虢) 두 나라의 운명 — 가까운 자가 망하면 자기도 망한다.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12/16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玩 物 喪 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사물에 빠지면 뜻을 잃는다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여러 편에 산재. 한 가지에 너무 빠지면 큰 뜻을 잃는다는 경계.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13/16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臥 薪 嘗 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섶에 누워 쓸개를 핥는다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월 구천의 인내 — 패전의 치욕을 잊지 않는 자세. 마지막에 오를 멸한 동력.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14/16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城 下 之 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성 아래에서의 맹약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굴욕적 항복의 맹약 — 적이 성 아래까지 와서 강요한 조약. 굴욕 외교의 대명사.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15/16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東 道 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동쪽 길의 주인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희공 30년. 정나라가 진(秦) 사신의 주인 노릇 — 「**손님을 영접하는 자**」의 어원.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명구·고사성어 16선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16/16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만든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篳 路 藍 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거친 수레와 누더기 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선공 12년. 초나라 조상의 개척 정신 — 처음의 어려움을 견딘 자가 큰 일을 이룬다.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문학적 성취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서사의 정점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동양 산문 문학의 모범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인물 묘사의 생생함 — 정 장공·관중·중이·동호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대화의 정교함 — 짧은 한 마디로 인격을 드러냄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전쟁 묘사의 박진감 — 성복대전·효산지전·언릉지전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외교 변설의 예리함 — 촉지무·자산·안영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사기·자치통감의 서사 — 모두 좌전을 모범으로 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문학적 성취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외교 변설의 모범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좌전이 전국책의 토대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촉지무(燭之武)가 진(秦)을 물러가게 함 — 희공 30년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「**亡鄭以陪鄰 鄰之厚 君之薄也**」 — 정을 멸하면 진(晉)만 강해진다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자산(子産)의 정나라 외교 — 양공·소공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강대국 사이에서 약소국이 살아남는 외교의 정수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안영(晏嬰)의 제나라 외교 — 양공·소공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「**오이 종자가 다르다(橘化爲枳)**」 — 환경의 차이를 말함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「**한 마디 말이 천하를 움직인다**」 — 좌전의 외교 미학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한국·동아시아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한국에서의 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삼경(三經) 중 춘추의 정수로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고려·조선 사대부의 필독서 — 사서삼경의 「**춘추**」 중 핵심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좌전을 통해 — 춘추 경문의 의미를 읽음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조선 학자들의 좌전 주해 다수 — 김장생·송시열 등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동호직필 — 한국 사관 정신의 가장 깊은 토대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조선 사관의 「**史官筆**」 정신이 — 좌전 동호의 직접 후예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김부식 『**삼국사기**』·정인지 『**고려사**』 — 좌전 서사의 영향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한국·동아시아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후대 영향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동양 역사 서술의 시조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사기(司馬遷) — 좌전의 서사 정신을 기전체로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자치통감(司馬光) — 좌전과 같은 편년체로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전국책 — 좌전의 외교 변설의 직접 후예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일본 — 헤이안 시대부터 사대부 필독서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좌전 없이 — 동양 역사 서술은 성립하지 않는다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좌전이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폭으로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백성은 신의 주인 — 民本의 정수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천명은 덕에 옮아간다 — 在德不在鼎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신(信)을 지키는 자가 결국 이긴다 — 退避三舍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많이 쌓이면 스스로 무너진다 — 多行不義 必自斃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한 번에 기세를 몰아라 — 一鼓作氣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사관의 직필 — 권세에 굽히지 않는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와신상담의 인내 — 굴욕을 잊지 않는 자세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춘추좌씨전 — 춘추 255년 격동을 살아 있는 서사로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1F2A44"/>
                </a:solidFill>
                <a:latin typeface="Batang"/>
              </a:rPr>
              <a:t>在 德 不 在 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B1A1A"/>
                </a:solidFill>
                <a:latin typeface="맑은 고딕"/>
              </a:rPr>
              <a:t>덕에 있지 정(鼎)에 있지 않다 — 권력 정당성의 정수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530352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동호의 직필 정신이 — 동양 역사학 2,500년을 만들었다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