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제왕의 병서 · 손자병법의 결정적 짝 · 무경칠서의 두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0" b="1">
                <a:solidFill>
                  <a:srgbClr val="1F2A44"/>
                </a:solidFill>
                <a:latin typeface="Batang"/>
              </a:rPr>
              <a:t>六 韜  ·  三 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육 도  ·  삼 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Batang"/>
              </a:rPr>
              <a:t>天 下 非 一 人 之 天 下  乃 天 下 之 天 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천하는 한 사람의 천하가 아니라 천하 사람들의 천하다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강태공(姜太公) · 황석공(黃石公) — 두 책의 합본 · 육도 60편 + 삼략 3편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한 권이 아닌 두 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두 책의 전승 — 강태공과 황석공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무경칠서에서의 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육도 6권의 흐름 — 文에서 武로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육도 6권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삼략 3편 깊이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제왕학 7대 원칙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손자병법과의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20선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 — 한국·일본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육도삼략은 「한 권」이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서로 다른 두 책 — 시대도 저자도 문체도 다른 합본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六 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육도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주(周) 문왕·무왕 ↔ 강태공(姜太公)의 문답
6권 60편 · 수만 자
종합 통치 + 군사 전략서
전국시대 말~한대 편찬 추정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三 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삼략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진말(秦末) 황석공(黃石公)이
장량(張良)에게 전한 비전서
상·중·하 3편 · 약 3,800자
리더십·정치 철학서
전한 말~후한 편찬 추정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이름의 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「韜(도)」와 「略(략)」 — 두 글자가 가르치는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Batang"/>
              </a:rPr>
              <a:t>韜 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활이나 검을 싸는 주머니
→ 「감춤·깊이 숨긴 것」
「육도」 = 여섯 가지 심오한
비밀의 가르침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77840"/>
            <a:ext cx="539496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문(文)·무(武)·용(龍)·
호(虎)·표(豹)·견(犬)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Batang"/>
              </a:rPr>
              <a:t>略 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04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간략한 요약 · 핵심 전략
→ 「큰 줄기로 가려 뽑은 것」
「삼략」 = 세 단계의 전략
— 짧지만 응축의 극치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577840"/>
            <a:ext cx="539496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577840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상략(上略)·중략(中略)·
하략(下略)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육도삼략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편자(전승)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육도 — 태공망 여상(呂尙) · 삼략 — 황석공(黃石公)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실제 편찬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전국시대 말 ~ 진한(秦漢) 교체기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육도 6권 60편 + 삼략 3편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전체 분량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수만 자 — 손자병법(약 6,000자)의 여러 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종합 통치서 + 군사 전략 + 리더십 철학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주된 독자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「장수」가 아닌 「군주(왕)」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위상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송대 무경칠서(武經七書) 7종 중 2종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수용 범위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중국·한국·일본·베트남 — 동아시아 군사학의 정전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네 기둥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天 下 公 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천하공유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천하는 한 사람의 것이 아니다 — 이익을 나누는 자가 얻는다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得 賢 者 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득현자창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인재 중심주의 — 사람을 얻으면 흥, 잃으면 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柔 能 制 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유능제강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부드러움이 굳셈을 제어한다 — 유와 강의 조화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師 出 以 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사출이의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86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군대는 의(義)로써 나선다 — 의롭지 않은 전쟁은 패한다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두 책의 전승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강태공(姜太公) — 위수의 낚시꾼, 주 800년의 설계자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70세까지 학문에 전념 · 문왕을 만나 왕사(王師)가 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이름 — 여상(呂尙), 성은 강(姜) · BC 11세기 은말주초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위수(渭水) 가에서 낚시 — 문왕을 만나 등용 (BC 1100년경)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문왕의 점괘 — 「용도 호랑이도 아닌, 公侯를 얻으리라」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Batang"/>
              </a:rPr>
              <a:t>● 「우리 선왕 太公이 바라던(望) 분」 — 「太公望」의 유래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무왕을 도와 목야(牧野)에서 은 주왕을 멸 — 주나라 800년 왕조의 토대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제(齊)나라 초대 제후 — 동방의 새 왕조를 건설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중국 최초의 「王師(왕의 스승)」의 원형 — 후대 모든 책사의 모범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두 책의 전승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황석공(黃石公) — 하비교의 노인, 한 왕조의 비밀 스승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신발 세 번의 시험 · 장량에게 병서를 전수하다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진(秦) 말 · BC 3세기 — 장량이 하비(下邳)에 숨어 있을 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다리 위의 노인 — 신발을 다리 아래로 던지며 「젊은이, 주워오라」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새벽 약속을 세 번 시험 — 장량이 끝까지 화내지 않고 통과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「태공망의 병법(곧 삼략)」을 전수 — 「이를 읽으면 王師가 된다」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13년 뒤 곡성산(穀城山)의 황석(黃石) — 「그것이 나다」라는 수수께끼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장량은 이 병법으로 유방을 도와 한(漢) 400년 왕조를 세움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「전승의 서사」가 책의 성격을 결정 — 「왕조를 세우는 병법」의 메시지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두 책의 전승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전승이 주고자 한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「우리는 왕조를 세우는 병법이다」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손자병법 — 「전장의 병법」 · 이미 결정된 전쟁에서 어떻게 이길 것인가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육도삼략 — 「천하 창건의 병법」 · 어떻게 왕조를 세우고 다스릴 것인가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강태공의 육도 → 주(周) 800년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황석공의 삼략 → 한(漢) 400년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즉, 두 책은 합하여 「1,200년의 왕조를 만든 비전서」의 신화를 갖는다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「왕이 이 책을 만나면 왕조를 열고, 장수가 만나면 천하를 얻는다」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무경칠서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무경칠서(武經七書) — 동아시아 군사학의 7대 정전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송 신종(1043) 공식 선정 · 육도·삼략이 두 자리 차지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손자병법(孫子兵法)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손무(孫武)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전쟁의 원리 — 부전승의 철학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오자병법(吳子兵法)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오기(吳起)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군사 행정 · 장수와 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tang"/>
              </a:rPr>
              <a:t>六 韜  육도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태공망(太公望)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종합 통치 · 인재 · 전략 · 전술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tang"/>
              </a:rPr>
              <a:t>三 略  삼략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4903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황석공(黃石公)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리더십 · 강유 조화 · 정당한 전쟁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사마법(司馬法)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9767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전양저(田穰苴)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7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군례(軍禮) · 군의 윤리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울료자(尉繚子)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463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울료(尉繚)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법치 군사론 · 엄정한 군기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이위공문대(李衛公問對)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9495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이정(李靖)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5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당대 전략 문답 · 정·기의 변용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「군주가 읽어야 할 두 권」이 곧 육도와 삼략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육도 6권의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 6권 — 「文에서 武로」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통치 → 전략 → 장수·참모 → 전술 → 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文 韜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0312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문도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03120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12편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문치(文治)와 국가 통치의 원리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16352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武 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816352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816352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무도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816352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5편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62072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국가 전략과 모략 — 문벌(文伐) 12계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龍 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529584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529584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용도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29584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13편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75304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참모 조직과 장수 선발 — 왕익(王翼) 72인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42816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42816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虎 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242816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4242816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호도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242816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12편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288536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기본 전술 — 힘과 정공법의 호(虎)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56048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56048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豹 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956048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956048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표도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956048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8편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001768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특수 지형 전투 — 민첩의 표(豹)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669280"/>
            <a:ext cx="15544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6928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犬 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566928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5669280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견도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5669280"/>
            <a:ext cx="1280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715000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병종별 운용·기동 — 조직의 견(犬)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육도 6권의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육도가 일러주는 가장 큰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「병법은 전술로 시작하지 않는다. 통치에서 시작한다.」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전반 3권(문·무·용) — 통치 · 전략 · 인사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「전쟁 이전」에 결정되는 것들 — 60편 중 30편이 여기에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후반 3권(호·표·견) — 전술 · 지형 · 기동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「전쟁 자체」의 기술 — 실전 매뉴얼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손자가 「벌모 → 벌교 → 벌병 → 벌성」 순으로 우선순위를 말한다면,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    육도는 그 순서를 책 자체의 구조로 보여준다 — 「文 → 武」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통치가 없으면 전략이 없고, 전략이 없으면 전술도 의미 없다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文 韜 (문도)  (12편)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제1권 — 문치(文治)와 제왕학의 정수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문사(文師) · 영허(盈虛) · 국무(國務) · 대례(大禮) · 명전(明傳) · 육수(六守) · 수토 · 수국 · 상현(上賢) · 거현(擧賢) · 상벌 · 병도(兵道)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60편 중 첫 12편이 「순수 제왕학」 — 정치·경제·인사가 통째 들어 있다.
천하공유론 · 육수(六守) · 상현·거현 · 영허(盈虛)의 이치.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「天下非一人之天下」 — 천하는 한 사람의 것이 아니라는 단언이 첫 편 첫 구절. 손자병법에는 없는 영역.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武 韜 (무도)  (5편)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제2권 — 국가 전략과 모략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발계(發啓) · 문계(文啓) · 문벌(文伐) · 순계(順啓) · 삼의(三疑)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무력 이전에 「문(文)으로 치는 법」 12가지 — 외교·간첩·이간·미인계·재물 회유·적신 포섭.
손자의 「벌모·벌교」를 극단까지 구체화한 버전.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문벌(文伐) 12계 — 현대 하이브리드 전쟁·정보전·기업 경쟁 전략의 원형. 칼을 뽑기 전에 먼저 머리를 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龍 韜 (용도)  (13편)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제3권 — 장수론과 참모 조직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왕익(王翼) · 논장 · 선장 · 입장 · 장위 · 여군 · 음부 · 음서 · 군세 · 기병 · 오음 · 병징 · 농기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왕익(王翼) — 군주의 참모를 72개 전문 직종으로 정밀 분류.
복심·모사·천문·지리·병법·통량(군수)·법산(회계)·유사(외교)·술사(기술) 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2,500년 전에 이미 「전문가 사단(cross-functional team)」의 설계도. 「혼자 다 하려는 왕이 가장 위험하다」.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虎 韜 (호도)  (12편)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제4권 — 정규전의 전술 · 힘과 정공법의 호(虎)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군용(軍用) · 삼진(三陣) · 질전 · 필출(포위 돌파) · 군략 · 임경 · 동해 · 금고 · 약지 · 변동 · 오운산병 · 오운택병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기초 전술의 체계 — 무기 규격·진형·신호·돌파·진영 유지의 매뉴얼.
「호(虎)」가 상징하는 것은 정면에서의 위력.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전장의 「표준 작전 절차(SOP)」가 정밀하게 짜여 있다. 「용맹」이 아닌 「준비」가 호의 진정한 힘.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豹 韜 (표도)  (8편)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제5권 — 특수 지형 전투 · 민첩성의 표(豹)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임전(숲) · 돌전(돌격) · 산병 · 화전(불) · 허루(빈 진영 활용) · 금림(매복) · 돌출 · 산공(산 공격)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숲·산·물·불 — 다양한 지형과 상황별 실전 매뉴얼.
예측을 깨는 기습과 변칙의 모음.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정공법(虎)이 만능이 아니다 — 지형이 달라지면 전법도 달라진다. 「변칙의 미학」의 매뉴얼화.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육도 6권 깊이 읽기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犬 韜 (견도)  (10편)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제6권 — 병종별 운용·기동 · 조직성의 견(犬)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◆ 핵심 편(編)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분합 · 무봉 · 연거(전차 훈련) · 연승(기병 훈련) · 무차사 · 연전 · 보기(보병·기병) · 전보 · 기전 · 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권 전체의 가르침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보병·기병·전차 — 병종별 훈련과 편제의 구체적 매뉴얼.
각 병종의 강점을 어떻게 결합할 것인가의 합동 작전론.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「견(犬)」 = 조직성. 사냥개가 무리 지어 움직일 때 호랑이도 무너뜨린다 — 단일 병종이 아닌 「결합」의 위력.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삼략 3편 깊이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Batang"/>
              </a:rPr>
              <a:t>上 略  (상략)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리더의 덕 · 강유 조화 · 군심 장악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柔 能 制 剛  弱 能 制 強
柔 者 德 也  剛 者 賊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「부드러움이 굳셈을 제어하고, 약함이 강함을 제어한다」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「유는 덕이요, 강은 해로움이다」 — 동양 리더십의 핵심 명제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그러나 결정적 명제 — 「能柔能剛, 其國彌光 / 純剛純強, 其國必亡」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「유할 수도 강할 수도 있는 자」가 진짜 리더 — 마키아벨리의 「여우와 사자」보다 2,000년 앞섬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상벌의 공정 · 군심(軍心) 장악 · 「병사에게는 후히, 자기에게는 절약」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삼략 3편 깊이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Batang"/>
              </a:rPr>
              <a:t>中 略  (중략)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권변(權變)과 시대 읽기 — 시대마다 다른 리더십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夫 人 衆 一  則 勝   不 一  則 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「사람의 마음이 하나가 되면 이기고, 하나가 되지 못하면 진다」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삼황(三皇)·오제(五帝)·삼왕(三王)·오패(五覇) — 통치 스타일의 시대 변천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「세상이 바뀌면 법도 바뀐다」 — 경직된 원칙주의에 대한 경고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전권 위임(權變) — 「전쟁 중에는 임금의 명이라도 장수가 거역할 수 있다」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시대 판독의 능력 — 같은 원칙이라도 어느 시대엔 약이 되고 어느 시대엔 독이 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삼략 3편 깊이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Batang"/>
              </a:rPr>
              <a:t>下 略  (하략)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도덕의 본질 · 정당한 전쟁론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Batang"/>
              </a:rPr>
              <a:t>師 出 以 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「군대는 의(義)로써 출동한다」 — 의롭지 않은 전쟁은 반드시 패한다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道·德·仁·義·禮 — 五者一體也 — 다섯은 한 몸이다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「得賢者昌, 失賢者亡」 — 현인 등용이 흥망을 가른다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민심과 천도의 연결 — 백성의 뜻이 곧 하늘의 뜻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삼략 = 「군주의 철학서」 — 군사 실무가 거의 없는 도덕·정치 텍스트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육도삼략은 어떻게 「제왕학」인가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병서의 외피를 쓴 통치의 교과서 — 7대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천하공유(天下公有)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천하는 한 사람의 것이 아니다 — 이익을 나누는 자가 얻는다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79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79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97479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79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육수(六守)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199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군주가 지켜야 할 인·의·충·신·용·모 + 6가지 검증법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39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291839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39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상현·거현(上賢·擧賢)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37559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인재가 전부다 — 「6적·7해」를 가려내는 안목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8620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8620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88620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88620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입장(立將) 의례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93192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도끼를 건네는 위임의 의식 — 「군문을 넘으면 장군이 제어한다」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056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48056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48056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왕익(王翼) 72인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52628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전문 영역별 참모진 — 「혼자 다 하려는 왕이 가장 위험」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507492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0749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강유 조화(剛柔調和)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12064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덕만으로도 힘만으로도 안 된다 — 전환할 수 있는 자가 진짜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66928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6928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566928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566928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민본(民本)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71500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백성의 마음이 모든 결정의 저울 — 「분육지심(分肉之心)」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 ① 천하공유(天下公有)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문도·문사편 — 육도 전체의 정치 철학의 원기(元氣)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天 下 非 一 人 之 天 下  乃 天 下 之 天 下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Batang"/>
              </a:rPr>
              <a:t>同 天 下 之 利 者 則 得 天 下   擅 天 下 之 利 者 則 失 天 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천하는 천하 사람들의 것 — 한 사람의 사사로운 소유가 아니다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천하의 이익을 함께 나누는 자가 천하를 얻고, 독점하는 자는 잃는다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맹자의 「여민동락(與民同樂)」, 장자의 「천하위공(天下爲公)」과 공명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현대 환언 — 「공유 가치 창출(Shared Value)」·「이해관계자 자본주의」의 2,000년 선행 이론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 ② 육수(六守) — 인재 검증의 6가지 시험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문도·육수편 — 현대 HR의 다면 평가(360°)의 고전 원형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富 之 以 觀 其 無 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48840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부유하게 해서 범법 여부를 본다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貴 之 以 觀 其 無 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88920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귀하게 해서 교만 여부를 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79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79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付 之 以 觀 其 無 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28999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일을 맡겨 배반 여부를 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59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使 之 以 觀 其 無 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069079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부려서 숨기는 바가 없는지를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63440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危 之 以 觀 其 無 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709160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위기에 처하게 해서 두려움 없는지를 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事 之 以 觀 其 無 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349240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재물 다루게 해서 절도 없는지를 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「사람을 쓰기 전에 시험하고, 시험할 때는 여섯 각도로 본다」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 ③ 왕익(王翼) — 72인의 참모 조직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용도·왕익편 — 2,500년 전의 「전문가 사단」 설계도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군주의 참모를 72개 전문 직종으로 정밀 분류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대표 직종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복심(腹心) — 책사  /  모사(謀士) — 전략가  /  천문 · 지리 · 병법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통량(通糧) — 군수  /  분위(奮威) — 사기 진작  /  유사(遊士) — 외교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법산(法算) — 회계  /  술사(術士) — 기술자  /  방술사 — 의료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자재사 — 인사  /  권사·유선사 — 정보  /  이목·아자 — 요원  /  우사 — 통역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현대 환언 — 「T자형 조직」·「Cross-functional team」의 동양 원조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핵심 — 「왕은 혼자 다 하지 않는다. 혼자 다 할 수 있다고 생각하는 왕이 가장 위험하다」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 ④ 입장(立將) — 도끼를 건네는 의례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용도·입장편 — 위임은 말이 아닌 의식(ritual)으로 완성된다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從 此 以 往  至 于 軍 門  則 將 軍 制 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「지금부터 군문에 이르기까지는 장군이 제어한다」 — 왕의 선언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왕이 직접 도끼를 들어 장군에게 건넨다 — 전권 위임의 의식화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그 경계를 넘은 뒤에는 군주의 명도 장수의 판단보다 우선하지 않는다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Batang"/>
              </a:rPr>
              <a:t>● 손자의 「將在外, 君命有所不受」가 육도에서는 의례화된 제도로 등장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현대 환언 — 「취임식·킥오프·권한 위임 문서」의 의식적 설계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제왕학 7대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 ⑤ 강유 조화 — 마키아벨리보다 2,000년 앞선 「여우와 사자」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삼략·상략 — 덕만으로도 힘만으로도 안 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能 柔 能 剛  其 國 彌 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Batang"/>
              </a:rPr>
              <a:t>純 剛 純 強  其 國 必 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「유할 수도 강할 수도 있으면 나라가 빛나고, 순전히 강하기만 하면 반드시 망한다」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한 스타일에 고착된 리더는 반드시 실패 — 부드러움과 단호함을 전환할 수 있는 자가 살아남는다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마키아벨리의 「여우와 사자」(군주론, 1532)의 동양 원형 — 2,000년 앞섬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현대 환언 — 「situational leadership · leadership agility」의 고전적 정식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손자병법과의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손자병법 vs 육도삼략 — 한 폭으로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손자병법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육도삼략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시대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춘추 말 (BC 5c)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871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전국 말~진한 (BC 3~2c)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분량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13편 · 6,000자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5292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60편+3편 · 수만 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1868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주된 독자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1868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장수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1868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군주 + 장수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84448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중심 관심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58444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전략·전술·조직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8444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통치·정치·전략·전술 총괄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5020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전쟁관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5020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「부전승 최선」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5020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「사출이의(師出以義)」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15968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159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민심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3159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도(道)로 간략히 언급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159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전반의 근본 ─ 천하공유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8172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81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장수론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68172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5덕(智信仁勇嚴)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68172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5덕(勇智仁信忠)+6수+8관찰법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047488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04748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임명식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04748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간단 언급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04748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도끼 건네기 의례 상세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1324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1324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참모 조직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41324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거의 없음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41324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왕익 72인의 정밀 편성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779008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790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정신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77900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냉철한 현실주의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77900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덕과 현실의 결합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447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문체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61447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짧고 날카로움 · 압축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614476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길고 풍부함 · 서사적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손자병법과의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경쟁자가 아닌 「짝」 — 서로를 보완하는 두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한나라 건국의 비밀 — 「삼략의 참모 + 손자의 장수」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손자만 읽으면 — 뛰어난 전술가는 되나, 왜 싸워야 하는지·싸운 뒤 어떻게 통치할지를 놓친다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육도삼략만 읽으면 — 통치 철학은 배우나, 실제 전장의 정밀한 승부 기술이 약해진다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둘 다 읽으면 — 「왕의 눈」과 「장수의 눈」을 동시에 가진다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역사적 증언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장량 ← 황석공의 삼략 → 한고조 유방의 책사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한신 ← 손자병법의 실전 대가 → 한고조의 장수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     · 즉, 한나라 건국 = 「삼략의 참모(장량) + 손자의 장수(한신)」의 결합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조선의 이순신 — 손자의 「지피지기」와 육도의 「사출이의·민본」이 『난중일기』에 나란히 흐른다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天 下 非 一 人 之 天 下  乃 天 下 之 天 下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천하는 한 사람의 천하가 아니라 천하 사람들의 천하다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육도 60편 전체의 첫 명제. 「공유 가치 창출(Shared Value)」의 2,000년 선행 이론.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(2/20)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同 天 下 之 利 者 則 得 天 下  擅 天 下 之 利 者 則 失 天 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천하의 이익을 함께 나누는 자는 천하를 얻고, 독점하는 자는 잃는다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권력의 가장 냉정한 현실주의 — 「혼자 다 가지면 결국 모두 잃는다」.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(3/20)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육도·문도·영허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盈 則 虛  虛 則 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가득 차면 비고, 비면 다시 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주역의 「물극필반」과 공명 — 성공의 정점이 곧 몰락의 시작. 잘 나갈 때 「다음의 허」를 준비하라.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(4/20)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육도·문도·육수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富 之 以 觀 其 無 犯  貴 之 以 觀 其 無 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부유하게 해서 범법 여부를 보고, 귀하게 해서 교만 여부를 본다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인재 검증의 6가지 시험 중 첫 두 가지. 「부귀를 주어도 흔들리지 않는 자」가 진짜.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(5/20)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육도·문도·거현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得 賢 者 昌  失 賢 者 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현인을 얻는 자는 흥하고 잃는 자는 망한다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제왕학의 가장 짧은 명제. 그러나 더 중요한 것은 6적·7해를 가려내는 안목이다.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(6/20)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육도·문도·병도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全 勝 不 鬪  大 兵 無 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완전한 승리는 싸우지 않고, 큰 군대는 상처 입지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손자의 「부전이굴인지병(不戰而屈人之兵)」과 같은 정신 — 최고의 승리는 전쟁 자체가 없는 것.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(7/20)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육도·용도·논장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勇 智 仁 信 忠 — 將 之 五 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용맹·지혜·인자·신실·충성 — 장수의 다섯 재질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손자가 智信仁勇嚴이라면 육도는 勇智仁信忠 — 「충(忠)」이 「엄(嚴)」을 대체. 군주의 시각에서 본 장수론.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(8/20)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육도·용도·입장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將 受 命  則 忘 其 家  臨 軍 約 束  則 忘 其 親  援 枹 鼓  則 忘 其 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명을 받으면 집을 잊고, 군에 약속하면 부모를 잊고, 북채를 잡으면 자기 몸을 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장수의 「세 번의 잊음」. 직책 앞에서 한 단계씩 자기를 비우는 의식.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(9/20)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육도·용도·입장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從 此 以 往  至 于 軍 門  則 將 軍 制 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지금부터 군문에 이르기까지는 장군이 제어한다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왕이 도끼를 건네며 하는 선언 — 위임은 의식으로 완성된다. 현대 취임식·권한위임의 원형.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육도·무도·문벌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文 伐 十 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문(文)으로 치는 열두 가지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무력 이전의 외교·간첩·이간·미인계·재물 회유·적신 포섭 — 손자의 「벌모·벌교」를 극한까지 구체화.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(11/20)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柔 能 制 剛  弱 能 制 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부드러움이 굳셈을 제어하고, 약함이 강함을 제어한다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동양 리더십의 핵심 명제. 노자 「상선약수(上善若水)」와 짝이 되는 군사적 표현.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(12/20)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柔 者 德 也  剛 者 賊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유는 덕이요, 강은 해로움이다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그러나 이것이 전부가 아니다 — 다음 명제가 결정적. 「유만으로도 안 된다」.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(13/20)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能 柔 能 剛  其 國 彌 光   純 剛 純 強  其 國 必 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유할 수도 강할 수도 있으면 나라가 빛나고, 순전히 강하기만 하면 반드시 망한다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마키아벨리의 「여우와 사자」보다 2,000년 앞선 강유 조화론. 진짜 리더는 「전환할 수 있는 자」.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(14/20)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將 軍 者  國 之 命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장군은 나라의 운명이다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장수 한 사람의 무게 — 한 자리에 사람을 잘못 앉히면 한 나라가 흔들린다.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(15/20)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良 將 之 養 士  不 易 於 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좋은 장수가 병사를 기르는 것은 자기 몸을 기르는 것과 같다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리더십의 가장 따뜻한 한 줄 — 부하를 자기 몸으로 본다.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(16/20)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삼략·상략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賞 祿 有 功  通 志 於 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공이 있는 자에게 상과 녹을 주고, 뜻을 무리에게 통하게 하라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동기 부여의 두 축 — 「보상의 공정」과 「비전의 공유」.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(17/20)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삼략·중략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夫 人 衆 一  則 勝   不 一  則 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사람의 마음이 하나가 되면 이기고, 하나가 되지 못하면 진다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조직의 승패는 결국 「마음의 하나됨」에서 갈린다 — 전략·자원보다 앞서는 변수.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(18/20)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삼략·하략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師 出 以 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군대는 의(義)로써 출동한다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의롭지 않은 전쟁은 반드시 실패한다 — 명분 없는 공격에 대한 가장 짧은 경고. 「대의」가 모든 경쟁의 토대.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(19/20)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삼략·하략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道 · 德 · 仁 · 義 · 禮  五 者 一 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도·덕·인·의·예 — 이 다섯은 한 몸이다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동양 도덕철학의 한 줄 요약. 다섯은 따로 떨어진 것이 아닌 같은 뿌리의 다른 가지.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명구 20선 (20/20)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육도·문도·문사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取 天 下 者  若 逐 野 獸  而 天 下 皆 有 分 肉 之 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천하를 얻는 것은 들짐승을 쫓는 것과 같다 — 천하 사람이 모두 고기를 나눌 마음이 있어야 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천하 얻기의 가장 솔직한 비유 — 혼자서는 안 된다. 모두가 「나도 이익을 본다」고 느낄 때만 따라온다.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중국 — 한 왕조를 세운 책에서 무묘(武廟)의 신주로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한대의 표준 병학 → 당대 무묘 → 송대 무경칠서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한대 — 장량이 삼략으로 유방을 도와 한 400년 왕조를 세움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당대(唐) — 무묘(武廟)에 강태공을 모시고 추앙 (731년)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송대 — 신종(神宗) 시기 무경칠서 공식 선정 (1043) — 무과(武科) 필수 교재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삼국지연의 — 하후무가 「육도삼략을 익혔다」 자랑하다 제갈량에게 참패하는 일화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1972년 산둥 은작산(銀雀山) 한묘 — 육도 죽간 출토 → 진본임을 입증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청대까지 무관·관료의 필독서 — 「병법서이자 정치서」로 활용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— 이순신의 애독서, 율곡의 강설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조선 무과의 강경 과목 · 충무공의 책장에 있던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고려 — 도입 후 왕실·무신의 필독서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조선 — 무경칠서의 하나로 무과 시험의 강경(講經) 과목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율곡 이이 — 선조에게 올린 『육도삼략 강설(講說)』이 남아 있음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충무공 이순신 — 손자병법과 함께 평생의 애독서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『난중일기』에 손자의 「지피지기」와 육도의 「사출이의·민본」이 나란히 흐른다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정약용 — 『목민심서』에 「장수의 다섯 재능」 등 육도 개념 인용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 — 무가의 필독서 · 다이묘들의 좌우명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도쿠가와 이에야스가 평생 옆에 두었다고 전하는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헤이안·가마쿠라 시대 — 무가(武家)의 필독서로 도입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센고쿠(戰國) 시대 — 다이묘들의 필독서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다케다 신겐(武田信玄) — 「풍림화산(風林火山)」의 사상적 토대 중 하나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우에스기 겐신(上杉謙信) — 「義」의 정치 — 삼략 「사출이의」 정신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도쿠가와 이에야스 — 평생 옆에 두었다고 전해지는 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완구 기업 「반다이(BANDAI)」 — 사명이 육도 용도 왕익편 「萬代不易(만대불역)」에서 유래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베트남 리(李)·쩐(陳) 왕조의 군사 교육 — 동아시아 한자 문화권 전반의 영향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경영·리더십 — 육도삼략의 현대적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인사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2140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육수(六守) 6가지 검증법 — 다면 평가(360°)의 고전 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39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조직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24327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왕익(王翼) 72인 — Cross-functional team의 동양 원조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인재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2724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6적·7해 — 「진짜 같은 가짜」를 거르는 안목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리더십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3016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오재(五才) · 강유 조화 · 솔선수범(將不言渴)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경쟁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3308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문벌(文伐) 12계 — 비즈니스 경쟁·정보전 매뉴얼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산업 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3600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삼보(三寶: 농·공·상) — 산업 균형 발전론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비전 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13892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여중동호(與衆同好) — 미션·비전 정렬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27432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위임 의례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64184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입장(立將) — 취임식·킥오프·권한 위임 문서의 설계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오늘 머리에 새겨야 할 10가지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1. 이익을 나누지 않는 자는 결국 잃는다 — 천하공유(天下公有)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2. 사람이 전부다 — 그러나 더 어려운 것은 「가짜를 거르는 안목」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3. 소프트 파워가 최종 승자 — 그러나 「전환할 수 있어야」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4. 혼자 다 하려는 리더가 가장 위험하다 — 전문가에게 권한을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5. 위임은 의식(ritual)으로 완성된다 — 「오늘부터 너의 영역」 선언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6. 명분 없는 공격은 반드시 실패 — 사출이의(師出以義)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7. 정점에서 내려올 준비를 한다 — 영허(盈虛)의 순환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8. 진짜 같은 가짜를 보는 눈 — 6적·7해의 경계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9. 한 가지 스타일에 고착되지 말라 — 강유 조화의 이중 모드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10. 마음이 하나가 되면 이긴다 — 부인중일 즉승(夫人衆一 則勝)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육도삼략 독서 순서 제안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280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입문 — 삼략 3편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짧고 강렬한 3,800자. 「강유 조화」·「사출이의」의 핵심 명제부터.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1280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0175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제왕학 — 육도 문도(文韜) 12편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정치·민본·인재의 핵심 — 손자에 없는 영역.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79"/>
            <a:ext cx="1280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3단계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8619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전략 — 육도 무도(武韜) 5편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문벌 12계를 중심으로 — 무력 이전의 모략.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59"/>
            <a:ext cx="1280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59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4단계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7548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장수론 — 육도 용도(龍韜) 13편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왕익·논장·입장 편이 핵심 — 인사·조직·위임.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280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5단계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6235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전술 — 호도·표도·견도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실전 매뉴얼. 현대 독자는 가볍게 지나가도 좋다.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육도삼략,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두 책의 합본 — 육도(강태공·60편) + 삼략(황석공·3편).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손자병법이 「전장의 병법」이라면, 육도삼략은 「천하 창건의 병법」.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무경칠서의 두 자리 — 「군주가 읽어야 할 두 권」.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네 사상 — 천하공유 · 득현자창 · 유능제강 · 사출이의.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일곱 제왕학 원칙 — 천하공유·육수·상현·입장·왕익·강유·민본.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「병서의 외피를 쓴 제왕학」 — 1,200년 왕조의 비밀.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Batang"/>
              </a:rPr>
              <a:t>天 下 之 天 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29184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B1A1A"/>
                </a:solidFill>
                <a:latin typeface="맑은 고딕"/>
              </a:rPr>
              <a:t>천 하 는  천 하 사 람 들 의 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F2A44"/>
                </a:solidFill>
                <a:latin typeface="Batang"/>
              </a:rPr>
              <a:t>同 利 者 得  擅 利 者 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이익을 나누는 자가 얻고, 독점하는 자는 잃는다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육도 문도·문사 (六韜 文韜·文師)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